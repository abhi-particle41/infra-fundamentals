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9" r:id="rId25"/>
    <p:sldId id="260" r:id="rId26"/>
    <p:sldId id="261" r:id="rId27"/>
    <p:sldId id="262" r:id="rId28"/>
    <p:sldId id="263" r:id="rId29"/>
    <p:sldId id="264" r:id="rId30"/>
    <p:sldId id="265" r:id="rId31"/>
    <p:sldId id="258" r:id="rId8"/>
  </p:sldIdLst>
  <p:sldSz cy="5143500" cx="9144000"/>
  <p:notesSz cx="6858000" cy="9144000"/>
  <p:embeddedFontLst>
    <p:embeddedFont>
      <p:font typeface="Nunito Sans Light"/>
      <p:regular r:id="rId9"/>
      <p:bold r:id="rId10"/>
      <p:italic r:id="rId11"/>
      <p:boldItalic r:id="rId12"/>
    </p:embeddedFont>
    <p:embeddedFont>
      <p:font typeface="Nunito"/>
      <p:regular r:id="rId13"/>
      <p:bold r:id="rId14"/>
      <p:italic r:id="rId15"/>
      <p:boldItalic r:id="rId16"/>
    </p:embeddedFont>
    <p:embeddedFont>
      <p:font typeface="Nunito Medium"/>
      <p:regular r:id="rId17"/>
      <p:bold r:id="rId18"/>
      <p:italic r:id="rId19"/>
      <p:boldItalic r:id="rId20"/>
    </p:embeddedFont>
    <p:embeddedFont>
      <p:font typeface="Nunito Sans"/>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134">
          <p15:clr>
            <a:srgbClr val="A4A3A4"/>
          </p15:clr>
        </p15:guide>
        <p15:guide id="2" pos="270">
          <p15:clr>
            <a:srgbClr val="A4A3A4"/>
          </p15:clr>
        </p15:guide>
        <p15:guide id="3" pos="541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134" orient="horz"/>
        <p:guide pos="270"/>
        <p:guide pos="541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font" Target="fonts/NunitoSansLight-regular.fntdata"/><Relationship Id="rId10" Type="http://schemas.openxmlformats.org/officeDocument/2006/relationships/font" Target="fonts/NunitoSansLight-bold.fntdata"/><Relationship Id="rId11" Type="http://schemas.openxmlformats.org/officeDocument/2006/relationships/font" Target="fonts/NunitoSansLight-italic.fntdata"/><Relationship Id="rId12" Type="http://schemas.openxmlformats.org/officeDocument/2006/relationships/font" Target="fonts/NunitoSansLight-boldItalic.fntdata"/><Relationship Id="rId13" Type="http://schemas.openxmlformats.org/officeDocument/2006/relationships/font" Target="fonts/Nunito-regular.fntdata"/><Relationship Id="rId14" Type="http://schemas.openxmlformats.org/officeDocument/2006/relationships/font" Target="fonts/Nunito-bold.fntdata"/><Relationship Id="rId15" Type="http://schemas.openxmlformats.org/officeDocument/2006/relationships/font" Target="fonts/Nunito-italic.fntdata"/><Relationship Id="rId16" Type="http://schemas.openxmlformats.org/officeDocument/2006/relationships/font" Target="fonts/Nunito-boldItalic.fntdata"/><Relationship Id="rId17" Type="http://schemas.openxmlformats.org/officeDocument/2006/relationships/font" Target="fonts/NunitoMedium-regular.fntdata"/><Relationship Id="rId18" Type="http://schemas.openxmlformats.org/officeDocument/2006/relationships/font" Target="fonts/NunitoMedium-bold.fntdata"/><Relationship Id="rId19" Type="http://schemas.openxmlformats.org/officeDocument/2006/relationships/font" Target="fonts/NunitoMedium-italic.fntdata"/><Relationship Id="rId20" Type="http://schemas.openxmlformats.org/officeDocument/2006/relationships/font" Target="fonts/NunitoMedium-boldItalic.fntdata"/><Relationship Id="rId21" Type="http://schemas.openxmlformats.org/officeDocument/2006/relationships/font" Target="fonts/NunitoSans-regular.fntdata"/><Relationship Id="rId22" Type="http://schemas.openxmlformats.org/officeDocument/2006/relationships/font" Target="fonts/NunitoSans-bold.fntdata"/><Relationship Id="rId23" Type="http://schemas.openxmlformats.org/officeDocument/2006/relationships/font" Target="fonts/NunitoSans-italic.fntdata"/><Relationship Id="rId24" Type="http://schemas.openxmlformats.org/officeDocument/2006/relationships/font" Target="fonts/NunitoSans-boldItalic.fntdata"/><Relationship Id="rId25" Type="http://schemas.openxmlformats.org/officeDocument/2006/relationships/slide" Target="slides/slide4.xml"/><Relationship Id="rId26" Type="http://schemas.openxmlformats.org/officeDocument/2006/relationships/slide" Target="slides/slide5.xml"/><Relationship Id="rId27" Type="http://schemas.openxmlformats.org/officeDocument/2006/relationships/slide" Target="slides/slide6.xml"/><Relationship Id="rId28" Type="http://schemas.openxmlformats.org/officeDocument/2006/relationships/slide" Target="slides/slide7.xml"/><Relationship Id="rId29" Type="http://schemas.openxmlformats.org/officeDocument/2006/relationships/slide" Target="slides/slide8.xml"/><Relationship Id="rId30" Type="http://schemas.openxmlformats.org/officeDocument/2006/relationships/slide" Target="slides/slide9.xml"/><Relationship Id="rId31"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91532f3332_0_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191532f3332_0_2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r>
              <a:t>Internal architecture review for FixFast, a small appliance-repair company. Customers book a repair and upload a photo; staff see and assign bookings; confirmations go out by SMS and email in the background. This deck is the short version of the technical write-up; the full draw.io diagram is the detailed reference.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c1c6ca1325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c1c6ca1325_0_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r>
              <a:t>Open the floor. The technical write-up and the full draw.io diagram have the detail behind every slide.</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Seven parts, one picture. Customers and staff use the same React website and sign in with Google. The website talks to one Node.js API, which stores bookings in PostgreSQL. Photos go straight from the browser into a private storage bucket using a short-lived signed link, so large files never pass through our servers. The API never sends email or SMS itself: it drops a job on a queue and replies immediately. A separate worker picks up jobs and sends the confirmations. Solid arrows: the customer waits. Dashed arrows: background work.</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Steps 1 to 5 are what the customer waits for. Sign-in is handled by Cognito, which hands off to Google. When the form is submitted, the API checks the signed token, then saves the booking and a 'send confirmation' job row in the same database transaction (the outbox pattern), and replies straight away. The photo is uploaded afterwards against the booking id, directly to S3 with a five-minute signed link, so a failed upload never loses a booking.</a:t>
            </a:r>
          </a:p>
          <a:p/>
          <a:p>
            <a:r>
              <a:t>Steps 6 to 9 happen in the background. The job is published to SQS; if SQS is briefly unreachable the outbox row stays unsent and is retried, so nothing is lost. The worker sends email through SES and SMS through End User Messaging. SQS delivers at least once, so the worker records what it has sent per booking and channel and skips duplicates. After five failed attempts the message moves to a dead-letter queue and an alarm fires; once fixed, messages are redriven safely.</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Left to right is the path of a request. Route 53 resolves fixfast.com to CloudFront, which serves the React files from a private S3 bucket and forwards /api calls to the load balancer. AWS WAF and TLS certificates sit on CloudFront.</a:t>
            </a:r>
          </a:p>
          <a:p/>
          <a:p>
            <a:r>
              <a:t>Everything that runs our code is inside a VPC spread over two Availability Zones. Only the load balancer sits in a public subnet, and its security group accepts traffic from CloudFront only. API and worker containers run on ECS Fargate in private subnets with no public IP. PostgreSQL runs on RDS in isolated subnets with no internet route, Multi-AZ in production.</a:t>
            </a:r>
          </a:p>
          <a:p/>
          <a:p>
            <a:r>
              <a:t>Managed services on the right are regional, outside the VPC: photos in S3 (reached through a free S3 gateway endpoint), the SQS job queue with its dead-letter queue, SES for email and End User Messaging for SMS (reached through a NAT gateway). Secrets Manager holds rotated database credentials; CloudWatch holds logs, metrics and alarms; GitHub Actions pushes images to ECR and deploys with CDK. The full draw.io diagram shows subnets per AZ, NAT gateways and security-group rules.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Security works in layers. CloudFront and WAF face the internet. The load balancer is the only thing in a public subnet, and its security group only accepts CloudFront's address range. API and worker containers have no public IP. The database sits in subnets with no internet route and accepts connections on 5432 only from the API and worker security groups.</a:t>
            </a:r>
          </a:p>
          <a:p/>
          <a:p>
            <a:r>
              <a:t>Authentication is Google via Cognito; authorization is done by the API on every request. Admin routes require the 'staff' group in the Cognito-signed token, so editing the React code achieves nothing. Staff are added to the group by an admin, and that change is recorded in CloudTrail. Each container has its own least-privilege IAM role; there are no long-lived access keys.</a:t>
            </a:r>
          </a:p>
          <a:p/>
          <a:p>
            <a:r>
              <a:t>Reliability: two AZs for containers and, in production, a Multi-AZ database standby. The outbox pattern plus SQS retries and a dead-letter queue mean a confirmation is never silently lost. About ten CloudWatch alarms cover what customers feel: 5xx rate, p95 latency, unhealthy tasks, database saturation, oldest-message age, any message in the DLQ, and SES/SMS failure rates.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Source lives in GitHub. Every pull request runs lint, unit tests, integration tests against a PostgreSQL container and a CDK diff. On merge, the API and worker images are built once, tagged with the commit SHA and pushed to ECR, which scans them. GitHub Actions authenticates to AWS with OIDC, so no long-lived keys exist.</a:t>
            </a:r>
          </a:p>
          <a:p/>
          <a:p>
            <a:r>
              <a:t>Deployment: CDK deploys infrastructure through CloudFormation, a one-off ECS task runs database migrations (expand first, contract a release later), then ECS performs a rolling update. The ALB health check gates new tasks, and the ECS deployment circuit breaker rolls back automatically if new tasks keep failing. The frontend deploys with s3 sync plus a CloudFront invalidation.</a:t>
            </a:r>
          </a:p>
          <a:p/>
          <a:p>
            <a:r>
              <a:t>Dev, staging and production are separate AWS accounts. The same image is promoted to production after staging smoke tests and a manual approval. Dev runs smaller: one task per service, one NAT gateway, Single-AZ database.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Five choices carry the design. Managed services: the team is small, so we let AWS patch servers, run backups and fail over the database. Compute: ECS Fargate over Lambda because this is a normal long-running Express API with a PostgreSQL connection pool; Lambda would need RDS Proxy and has cold starts, and the saving at low traffic is modest because the database and NAT are fixed costs anyway. Private data: the database has no internet route and photos are never public. Asynchronous notifications: SES and SMS can be slow or throttled, so they never sit inside the booking request; the transactional outbox closes the gap between saving and queueing. Operations: Google sign-in through Cognito means we store no passwords; roles are enforced on the server; infrastructure is CDK code; deployments roll back automatically.</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ask: approve this architecture so we can build the dev environment. Two lead-time items should start now: SMS sender ID and template registration for India (DLT), which can take weeks, and SES production access with domain verification. Deferred until needed: a second NAT gateway outside production, interface VPC endpoints, GuardDuty malware scanning of uploads, and RDS Proxy. Open assumption to confirm: customers are in India, which is why the Region is Mumbai.</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hyperlink" Target="http://particle41.com" TargetMode="Externa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0" r="0" t="0"/>
          <a:stretch/>
        </p:blipFill>
        <p:spPr>
          <a:xfrm rot="10800000">
            <a:off x="-49650" y="-27925"/>
            <a:ext cx="9243300" cy="5199350"/>
          </a:xfrm>
          <a:prstGeom prst="rect">
            <a:avLst/>
          </a:prstGeom>
          <a:noFill/>
          <a:ln>
            <a:noFill/>
          </a:ln>
        </p:spPr>
      </p:pic>
      <p:sp>
        <p:nvSpPr>
          <p:cNvPr id="11" name="Google Shape;11;p2"/>
          <p:cNvSpPr txBox="1"/>
          <p:nvPr>
            <p:ph idx="12" type="sldNum"/>
          </p:nvPr>
        </p:nvSpPr>
        <p:spPr>
          <a:xfrm>
            <a:off x="8439197" y="4819790"/>
            <a:ext cx="444000" cy="207900"/>
          </a:xfrm>
          <a:prstGeom prst="rect">
            <a:avLst/>
          </a:prstGeom>
          <a:solidFill>
            <a:srgbClr val="FFFFFF">
              <a:alpha val="0"/>
            </a:srgbClr>
          </a:solidFill>
          <a:ln>
            <a:noFill/>
          </a:ln>
        </p:spPr>
        <p:txBody>
          <a:bodyPr anchorCtr="0" anchor="ctr" bIns="34275" lIns="34275" spcFirstLastPara="1" rIns="34275" wrap="square" tIns="34275">
            <a:spAutoFit/>
          </a:bodyPr>
          <a:lstStyle>
            <a:lvl1pPr indent="0" lvl="0"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1pPr>
            <a:lvl2pPr indent="0" lvl="1"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2pPr>
            <a:lvl3pPr indent="0" lvl="2"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3pPr>
            <a:lvl4pPr indent="0" lvl="3"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4pPr>
            <a:lvl5pPr indent="0" lvl="4"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5pPr>
            <a:lvl6pPr indent="0" lvl="5"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6pPr>
            <a:lvl7pPr indent="0" lvl="6"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7pPr>
            <a:lvl8pPr indent="0" lvl="7"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8pPr>
            <a:lvl9pPr indent="0" lvl="8"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9pPr>
          </a:lstStyle>
          <a:p>
            <a:pPr indent="0" lvl="0" marL="0" rtl="0" algn="r">
              <a:spcBef>
                <a:spcPts val="0"/>
              </a:spcBef>
              <a:spcAft>
                <a:spcPts val="0"/>
              </a:spcAft>
              <a:buNone/>
            </a:pPr>
            <a:fld id="{00000000-1234-1234-1234-123412341234}" type="slidenum">
              <a:rPr lang="en-US"/>
              <a:t>‹#›</a:t>
            </a:fld>
            <a:endParaRPr/>
          </a:p>
        </p:txBody>
      </p:sp>
      <p:pic>
        <p:nvPicPr>
          <p:cNvPr id="12" name="Google Shape;12;p2"/>
          <p:cNvPicPr preferRelativeResize="0"/>
          <p:nvPr/>
        </p:nvPicPr>
        <p:blipFill>
          <a:blip r:embed="rId3">
            <a:alphaModFix/>
          </a:blip>
          <a:stretch>
            <a:fillRect/>
          </a:stretch>
        </p:blipFill>
        <p:spPr>
          <a:xfrm>
            <a:off x="429775" y="321102"/>
            <a:ext cx="1611568" cy="2079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showMasterSp="0">
  <p:cSld name="PT22_Gradient 2">
    <p:bg>
      <p:bgPr>
        <a:solidFill>
          <a:schemeClr val="lt1"/>
        </a:solidFill>
      </p:bgPr>
    </p:bg>
    <p:spTree>
      <p:nvGrpSpPr>
        <p:cNvPr id="13" name="Shape 13"/>
        <p:cNvGrpSpPr/>
        <p:nvPr/>
      </p:nvGrpSpPr>
      <p:grpSpPr>
        <a:xfrm>
          <a:off x="0" y="0"/>
          <a:ext cx="0" cy="0"/>
          <a:chOff x="0" y="0"/>
          <a:chExt cx="0" cy="0"/>
        </a:xfrm>
      </p:grpSpPr>
      <p:sp>
        <p:nvSpPr>
          <p:cNvPr id="14" name="Google Shape;14;p3"/>
          <p:cNvSpPr/>
          <p:nvPr/>
        </p:nvSpPr>
        <p:spPr>
          <a:xfrm flipH="1" rot="10800000">
            <a:off x="-2450" y="5036750"/>
            <a:ext cx="9146400" cy="129600"/>
          </a:xfrm>
          <a:prstGeom prst="rect">
            <a:avLst/>
          </a:prstGeom>
          <a:gradFill>
            <a:gsLst>
              <a:gs pos="0">
                <a:srgbClr val="0092BC"/>
              </a:gs>
              <a:gs pos="100000">
                <a:srgbClr val="0BE0E9"/>
              </a:gs>
            </a:gsLst>
            <a:lin ang="8100019" scaled="0"/>
          </a:gra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900">
              <a:latin typeface="Nunito"/>
              <a:ea typeface="Nunito"/>
              <a:cs typeface="Nunito"/>
              <a:sym typeface="Nunito"/>
            </a:endParaRPr>
          </a:p>
        </p:txBody>
      </p:sp>
      <p:sp>
        <p:nvSpPr>
          <p:cNvPr id="15" name="Google Shape;15;p3"/>
          <p:cNvSpPr txBox="1"/>
          <p:nvPr>
            <p:ph idx="12" type="sldNum"/>
          </p:nvPr>
        </p:nvSpPr>
        <p:spPr>
          <a:xfrm>
            <a:off x="8194067" y="4819790"/>
            <a:ext cx="490500" cy="207900"/>
          </a:xfrm>
          <a:prstGeom prst="rect">
            <a:avLst/>
          </a:prstGeom>
          <a:noFill/>
          <a:ln>
            <a:noFill/>
          </a:ln>
        </p:spPr>
        <p:txBody>
          <a:bodyPr anchorCtr="0" anchor="ctr" bIns="34275" lIns="34275" spcFirstLastPara="1" rIns="34275" wrap="square" tIns="34275">
            <a:spAutoFit/>
          </a:bodyPr>
          <a:lstStyle>
            <a:lvl1pPr indent="0" lvl="0" marL="0" marR="0" algn="r">
              <a:lnSpc>
                <a:spcPct val="100000"/>
              </a:lnSpc>
              <a:spcBef>
                <a:spcPts val="0"/>
              </a:spcBef>
              <a:spcAft>
                <a:spcPts val="0"/>
              </a:spcAft>
              <a:buClr>
                <a:srgbClr val="FF8300"/>
              </a:buClr>
              <a:buSzPts val="900"/>
              <a:buFont typeface="Arial"/>
              <a:buNone/>
              <a:defRPr i="0" sz="900" u="none" cap="none" strike="noStrike">
                <a:solidFill>
                  <a:schemeClr val="dk2"/>
                </a:solidFill>
                <a:latin typeface="Nunito Sans"/>
                <a:ea typeface="Nunito Sans"/>
                <a:cs typeface="Nunito Sans"/>
                <a:sym typeface="Nunito Sans"/>
              </a:defRPr>
            </a:lvl1pPr>
            <a:lvl2pPr indent="0" lvl="1" marL="0" marR="0" algn="r">
              <a:lnSpc>
                <a:spcPct val="100000"/>
              </a:lnSpc>
              <a:spcBef>
                <a:spcPts val="0"/>
              </a:spcBef>
              <a:spcAft>
                <a:spcPts val="0"/>
              </a:spcAft>
              <a:buClr>
                <a:srgbClr val="FF8300"/>
              </a:buClr>
              <a:buSzPts val="900"/>
              <a:buFont typeface="Arial"/>
              <a:buNone/>
              <a:defRPr i="0" sz="900" u="none" cap="none" strike="noStrike">
                <a:solidFill>
                  <a:schemeClr val="dk2"/>
                </a:solidFill>
                <a:latin typeface="Nunito Sans"/>
                <a:ea typeface="Nunito Sans"/>
                <a:cs typeface="Nunito Sans"/>
                <a:sym typeface="Nunito Sans"/>
              </a:defRPr>
            </a:lvl2pPr>
            <a:lvl3pPr indent="0" lvl="2" marL="0" marR="0" algn="r">
              <a:lnSpc>
                <a:spcPct val="100000"/>
              </a:lnSpc>
              <a:spcBef>
                <a:spcPts val="0"/>
              </a:spcBef>
              <a:spcAft>
                <a:spcPts val="0"/>
              </a:spcAft>
              <a:buClr>
                <a:srgbClr val="FF8300"/>
              </a:buClr>
              <a:buSzPts val="900"/>
              <a:buFont typeface="Arial"/>
              <a:buNone/>
              <a:defRPr i="0" sz="900" u="none" cap="none" strike="noStrike">
                <a:solidFill>
                  <a:schemeClr val="dk2"/>
                </a:solidFill>
                <a:latin typeface="Nunito Sans"/>
                <a:ea typeface="Nunito Sans"/>
                <a:cs typeface="Nunito Sans"/>
                <a:sym typeface="Nunito Sans"/>
              </a:defRPr>
            </a:lvl3pPr>
            <a:lvl4pPr indent="0" lvl="3" marL="0" marR="0" algn="r">
              <a:lnSpc>
                <a:spcPct val="100000"/>
              </a:lnSpc>
              <a:spcBef>
                <a:spcPts val="0"/>
              </a:spcBef>
              <a:spcAft>
                <a:spcPts val="0"/>
              </a:spcAft>
              <a:buClr>
                <a:srgbClr val="FF8300"/>
              </a:buClr>
              <a:buSzPts val="900"/>
              <a:buFont typeface="Arial"/>
              <a:buNone/>
              <a:defRPr i="0" sz="900" u="none" cap="none" strike="noStrike">
                <a:solidFill>
                  <a:schemeClr val="dk2"/>
                </a:solidFill>
                <a:latin typeface="Nunito Sans"/>
                <a:ea typeface="Nunito Sans"/>
                <a:cs typeface="Nunito Sans"/>
                <a:sym typeface="Nunito Sans"/>
              </a:defRPr>
            </a:lvl4pPr>
            <a:lvl5pPr indent="0" lvl="4" marL="0" marR="0" algn="r">
              <a:lnSpc>
                <a:spcPct val="100000"/>
              </a:lnSpc>
              <a:spcBef>
                <a:spcPts val="0"/>
              </a:spcBef>
              <a:spcAft>
                <a:spcPts val="0"/>
              </a:spcAft>
              <a:buClr>
                <a:srgbClr val="FF8300"/>
              </a:buClr>
              <a:buSzPts val="900"/>
              <a:buFont typeface="Arial"/>
              <a:buNone/>
              <a:defRPr i="0" sz="900" u="none" cap="none" strike="noStrike">
                <a:solidFill>
                  <a:schemeClr val="dk2"/>
                </a:solidFill>
                <a:latin typeface="Nunito Sans"/>
                <a:ea typeface="Nunito Sans"/>
                <a:cs typeface="Nunito Sans"/>
                <a:sym typeface="Nunito Sans"/>
              </a:defRPr>
            </a:lvl5pPr>
            <a:lvl6pPr indent="0" lvl="5" marL="0" marR="0" algn="r">
              <a:lnSpc>
                <a:spcPct val="100000"/>
              </a:lnSpc>
              <a:spcBef>
                <a:spcPts val="0"/>
              </a:spcBef>
              <a:spcAft>
                <a:spcPts val="0"/>
              </a:spcAft>
              <a:buClr>
                <a:srgbClr val="FF8300"/>
              </a:buClr>
              <a:buSzPts val="900"/>
              <a:buFont typeface="Arial"/>
              <a:buNone/>
              <a:defRPr i="0" sz="900" u="none" cap="none" strike="noStrike">
                <a:solidFill>
                  <a:schemeClr val="dk2"/>
                </a:solidFill>
                <a:latin typeface="Nunito Sans"/>
                <a:ea typeface="Nunito Sans"/>
                <a:cs typeface="Nunito Sans"/>
                <a:sym typeface="Nunito Sans"/>
              </a:defRPr>
            </a:lvl6pPr>
            <a:lvl7pPr indent="0" lvl="6" marL="0" marR="0" algn="r">
              <a:lnSpc>
                <a:spcPct val="100000"/>
              </a:lnSpc>
              <a:spcBef>
                <a:spcPts val="0"/>
              </a:spcBef>
              <a:spcAft>
                <a:spcPts val="0"/>
              </a:spcAft>
              <a:buClr>
                <a:srgbClr val="FF8300"/>
              </a:buClr>
              <a:buSzPts val="900"/>
              <a:buFont typeface="Arial"/>
              <a:buNone/>
              <a:defRPr i="0" sz="900" u="none" cap="none" strike="noStrike">
                <a:solidFill>
                  <a:schemeClr val="dk2"/>
                </a:solidFill>
                <a:latin typeface="Nunito Sans"/>
                <a:ea typeface="Nunito Sans"/>
                <a:cs typeface="Nunito Sans"/>
                <a:sym typeface="Nunito Sans"/>
              </a:defRPr>
            </a:lvl7pPr>
            <a:lvl8pPr indent="0" lvl="7" marL="0" marR="0" algn="r">
              <a:lnSpc>
                <a:spcPct val="100000"/>
              </a:lnSpc>
              <a:spcBef>
                <a:spcPts val="0"/>
              </a:spcBef>
              <a:spcAft>
                <a:spcPts val="0"/>
              </a:spcAft>
              <a:buClr>
                <a:srgbClr val="FF8300"/>
              </a:buClr>
              <a:buSzPts val="900"/>
              <a:buFont typeface="Arial"/>
              <a:buNone/>
              <a:defRPr i="0" sz="900" u="none" cap="none" strike="noStrike">
                <a:solidFill>
                  <a:schemeClr val="dk2"/>
                </a:solidFill>
                <a:latin typeface="Nunito Sans"/>
                <a:ea typeface="Nunito Sans"/>
                <a:cs typeface="Nunito Sans"/>
                <a:sym typeface="Nunito Sans"/>
              </a:defRPr>
            </a:lvl8pPr>
            <a:lvl9pPr indent="0" lvl="8" marL="0" marR="0" algn="r">
              <a:lnSpc>
                <a:spcPct val="100000"/>
              </a:lnSpc>
              <a:spcBef>
                <a:spcPts val="0"/>
              </a:spcBef>
              <a:spcAft>
                <a:spcPts val="0"/>
              </a:spcAft>
              <a:buClr>
                <a:srgbClr val="FF8300"/>
              </a:buClr>
              <a:buSzPts val="900"/>
              <a:buFont typeface="Arial"/>
              <a:buNone/>
              <a:defRPr i="0" sz="900" u="none" cap="none" strike="noStrike">
                <a:solidFill>
                  <a:schemeClr val="dk2"/>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
        <p:nvSpPr>
          <p:cNvPr id="16" name="Google Shape;16;p3"/>
          <p:cNvSpPr txBox="1"/>
          <p:nvPr>
            <p:ph idx="2" type="sldNum"/>
          </p:nvPr>
        </p:nvSpPr>
        <p:spPr>
          <a:xfrm>
            <a:off x="8439197" y="4819790"/>
            <a:ext cx="444000" cy="207900"/>
          </a:xfrm>
          <a:prstGeom prst="rect">
            <a:avLst/>
          </a:prstGeom>
          <a:solidFill>
            <a:srgbClr val="FFFFFF">
              <a:alpha val="0"/>
            </a:srgbClr>
          </a:solidFill>
          <a:ln>
            <a:noFill/>
          </a:ln>
        </p:spPr>
        <p:txBody>
          <a:bodyPr anchorCtr="0" anchor="ctr" bIns="34275" lIns="34275" spcFirstLastPara="1" rIns="34275" wrap="square" tIns="34275">
            <a:spAutoFit/>
          </a:bodyPr>
          <a:lstStyle>
            <a:lvl1pPr indent="0" lvl="0"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1pPr>
            <a:lvl2pPr indent="0" lvl="1"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2pPr>
            <a:lvl3pPr indent="0" lvl="2"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3pPr>
            <a:lvl4pPr indent="0" lvl="3"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4pPr>
            <a:lvl5pPr indent="0" lvl="4"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5pPr>
            <a:lvl6pPr indent="0" lvl="5"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6pPr>
            <a:lvl7pPr indent="0" lvl="6"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7pPr>
            <a:lvl8pPr indent="0" lvl="7"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8pPr>
            <a:lvl9pPr indent="0" lvl="8"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9pPr>
          </a:lstStyle>
          <a:p>
            <a:pPr indent="0" lvl="0" marL="0" rtl="0" algn="r">
              <a:spcBef>
                <a:spcPts val="0"/>
              </a:spcBef>
              <a:spcAft>
                <a:spcPts val="0"/>
              </a:spcAft>
              <a:buNone/>
            </a:pPr>
            <a:fld id="{00000000-1234-1234-1234-123412341234}" type="slidenum">
              <a:rPr lang="en-US"/>
              <a:t>‹#›</a:t>
            </a:fld>
            <a:endParaRPr/>
          </a:p>
        </p:txBody>
      </p:sp>
      <p:sp>
        <p:nvSpPr>
          <p:cNvPr id="17" name="Google Shape;17;p3"/>
          <p:cNvSpPr txBox="1"/>
          <p:nvPr>
            <p:ph type="title"/>
          </p:nvPr>
        </p:nvSpPr>
        <p:spPr>
          <a:xfrm>
            <a:off x="448050" y="521475"/>
            <a:ext cx="8236500" cy="1042500"/>
          </a:xfrm>
          <a:prstGeom prst="rect">
            <a:avLst/>
          </a:prstGeom>
        </p:spPr>
        <p:txBody>
          <a:bodyPr anchorCtr="0" anchor="t" bIns="34275" lIns="34275" spcFirstLastPara="1" rIns="34275" wrap="square" tIns="34275">
            <a:noAutofit/>
          </a:bodyPr>
          <a:lstStyle>
            <a:lvl1pPr lvl="0" rtl="0">
              <a:lnSpc>
                <a:spcPct val="100000"/>
              </a:lnSpc>
              <a:spcBef>
                <a:spcPts val="0"/>
              </a:spcBef>
              <a:spcAft>
                <a:spcPts val="0"/>
              </a:spcAft>
              <a:buSzPts val="3000"/>
              <a:buFont typeface="Nunito"/>
              <a:buNone/>
              <a:defRPr sz="3000">
                <a:latin typeface="Nunito"/>
                <a:ea typeface="Nunito"/>
                <a:cs typeface="Nunito"/>
                <a:sym typeface="Nunito"/>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8" name="Google Shape;18;p3"/>
          <p:cNvSpPr txBox="1"/>
          <p:nvPr>
            <p:ph idx="1" type="body"/>
          </p:nvPr>
        </p:nvSpPr>
        <p:spPr>
          <a:xfrm>
            <a:off x="448048" y="1322675"/>
            <a:ext cx="8236500" cy="3543300"/>
          </a:xfrm>
          <a:prstGeom prst="rect">
            <a:avLst/>
          </a:prstGeom>
        </p:spPr>
        <p:txBody>
          <a:bodyPr anchorCtr="0" anchor="t" bIns="34275" lIns="34275" spcFirstLastPara="1" rIns="34275" wrap="square" tIns="34275">
            <a:noAutofit/>
          </a:bodyPr>
          <a:lstStyle>
            <a:lvl1pPr indent="-228600" lvl="0" marL="457200">
              <a:spcBef>
                <a:spcPts val="800"/>
              </a:spcBef>
              <a:spcAft>
                <a:spcPts val="0"/>
              </a:spcAft>
              <a:buSzPts val="1400"/>
              <a:buNone/>
              <a:defRPr/>
            </a:lvl1pPr>
            <a:lvl2pPr indent="-228600" lvl="1" marL="914400">
              <a:spcBef>
                <a:spcPts val="800"/>
              </a:spcBef>
              <a:spcAft>
                <a:spcPts val="0"/>
              </a:spcAft>
              <a:buSzPts val="1400"/>
              <a:buNone/>
              <a:defRPr/>
            </a:lvl2pPr>
            <a:lvl3pPr indent="-228600" lvl="2" marL="1371600">
              <a:spcBef>
                <a:spcPts val="800"/>
              </a:spcBef>
              <a:spcAft>
                <a:spcPts val="0"/>
              </a:spcAft>
              <a:buSzPts val="1400"/>
              <a:buNone/>
              <a:defRPr/>
            </a:lvl3pPr>
            <a:lvl4pPr indent="-228600" lvl="3" marL="1828800">
              <a:spcBef>
                <a:spcPts val="800"/>
              </a:spcBef>
              <a:spcAft>
                <a:spcPts val="0"/>
              </a:spcAft>
              <a:buSzPts val="1400"/>
              <a:buNone/>
              <a:defRPr/>
            </a:lvl4pPr>
            <a:lvl5pPr indent="-228600" lvl="4" marL="2286000">
              <a:spcBef>
                <a:spcPts val="800"/>
              </a:spcBef>
              <a:spcAft>
                <a:spcPts val="0"/>
              </a:spcAft>
              <a:buSzPts val="1400"/>
              <a:buNone/>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0"/>
              </a:spcAft>
              <a:buSzPts val="1200"/>
              <a:buChar char="•"/>
              <a:defRPr/>
            </a:lvl9pPr>
          </a:lstStyle>
          <a:p/>
        </p:txBody>
      </p:sp>
      <p:pic>
        <p:nvPicPr>
          <p:cNvPr id="19" name="Google Shape;19;p3"/>
          <p:cNvPicPr preferRelativeResize="0"/>
          <p:nvPr/>
        </p:nvPicPr>
        <p:blipFill>
          <a:blip r:embed="rId2">
            <a:alphaModFix/>
          </a:blip>
          <a:stretch>
            <a:fillRect/>
          </a:stretch>
        </p:blipFill>
        <p:spPr>
          <a:xfrm>
            <a:off x="7534974" y="198325"/>
            <a:ext cx="1348224" cy="1737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no text" showMasterSp="0">
  <p:cSld name="PT22_Gradient 2_1">
    <p:bg>
      <p:bgPr>
        <a:solidFill>
          <a:schemeClr val="lt1"/>
        </a:solidFill>
      </p:bgPr>
    </p:bg>
    <p:spTree>
      <p:nvGrpSpPr>
        <p:cNvPr id="20" name="Shape 20"/>
        <p:cNvGrpSpPr/>
        <p:nvPr/>
      </p:nvGrpSpPr>
      <p:grpSpPr>
        <a:xfrm>
          <a:off x="0" y="0"/>
          <a:ext cx="0" cy="0"/>
          <a:chOff x="0" y="0"/>
          <a:chExt cx="0" cy="0"/>
        </a:xfrm>
      </p:grpSpPr>
      <p:sp>
        <p:nvSpPr>
          <p:cNvPr id="21" name="Google Shape;21;p4"/>
          <p:cNvSpPr txBox="1"/>
          <p:nvPr>
            <p:ph idx="12" type="sldNum"/>
          </p:nvPr>
        </p:nvSpPr>
        <p:spPr>
          <a:xfrm>
            <a:off x="8194067" y="4819790"/>
            <a:ext cx="490500" cy="207900"/>
          </a:xfrm>
          <a:prstGeom prst="rect">
            <a:avLst/>
          </a:prstGeom>
          <a:noFill/>
          <a:ln>
            <a:noFill/>
          </a:ln>
        </p:spPr>
        <p:txBody>
          <a:bodyPr anchorCtr="0" anchor="ctr" bIns="34275" lIns="34275" spcFirstLastPara="1" rIns="34275" wrap="square" tIns="34275">
            <a:spAutoFit/>
          </a:bodyPr>
          <a:lstStyle>
            <a:lvl1pPr indent="0" lvl="0" marL="0" marR="0" rtl="0" algn="r">
              <a:lnSpc>
                <a:spcPct val="100000"/>
              </a:lnSpc>
              <a:spcBef>
                <a:spcPts val="0"/>
              </a:spcBef>
              <a:spcAft>
                <a:spcPts val="0"/>
              </a:spcAft>
              <a:buClr>
                <a:srgbClr val="FF8300"/>
              </a:buClr>
              <a:buSzPts val="900"/>
              <a:buFont typeface="Arial"/>
              <a:buNone/>
              <a:defRPr i="0" sz="900" u="none" cap="none" strike="noStrike">
                <a:solidFill>
                  <a:schemeClr val="dk2"/>
                </a:solidFill>
                <a:latin typeface="Nunito Sans"/>
                <a:ea typeface="Nunito Sans"/>
                <a:cs typeface="Nunito Sans"/>
                <a:sym typeface="Nunito Sans"/>
              </a:defRPr>
            </a:lvl1pPr>
            <a:lvl2pPr indent="0" lvl="1" marL="0" marR="0" rtl="0" algn="r">
              <a:lnSpc>
                <a:spcPct val="100000"/>
              </a:lnSpc>
              <a:spcBef>
                <a:spcPts val="0"/>
              </a:spcBef>
              <a:spcAft>
                <a:spcPts val="0"/>
              </a:spcAft>
              <a:buClr>
                <a:srgbClr val="FF8300"/>
              </a:buClr>
              <a:buSzPts val="900"/>
              <a:buFont typeface="Arial"/>
              <a:buNone/>
              <a:defRPr i="0" sz="900" u="none" cap="none" strike="noStrike">
                <a:solidFill>
                  <a:schemeClr val="dk2"/>
                </a:solidFill>
                <a:latin typeface="Nunito Sans"/>
                <a:ea typeface="Nunito Sans"/>
                <a:cs typeface="Nunito Sans"/>
                <a:sym typeface="Nunito Sans"/>
              </a:defRPr>
            </a:lvl2pPr>
            <a:lvl3pPr indent="0" lvl="2" marL="0" marR="0" rtl="0" algn="r">
              <a:lnSpc>
                <a:spcPct val="100000"/>
              </a:lnSpc>
              <a:spcBef>
                <a:spcPts val="0"/>
              </a:spcBef>
              <a:spcAft>
                <a:spcPts val="0"/>
              </a:spcAft>
              <a:buClr>
                <a:srgbClr val="FF8300"/>
              </a:buClr>
              <a:buSzPts val="900"/>
              <a:buFont typeface="Arial"/>
              <a:buNone/>
              <a:defRPr i="0" sz="900" u="none" cap="none" strike="noStrike">
                <a:solidFill>
                  <a:schemeClr val="dk2"/>
                </a:solidFill>
                <a:latin typeface="Nunito Sans"/>
                <a:ea typeface="Nunito Sans"/>
                <a:cs typeface="Nunito Sans"/>
                <a:sym typeface="Nunito Sans"/>
              </a:defRPr>
            </a:lvl3pPr>
            <a:lvl4pPr indent="0" lvl="3" marL="0" marR="0" rtl="0" algn="r">
              <a:lnSpc>
                <a:spcPct val="100000"/>
              </a:lnSpc>
              <a:spcBef>
                <a:spcPts val="0"/>
              </a:spcBef>
              <a:spcAft>
                <a:spcPts val="0"/>
              </a:spcAft>
              <a:buClr>
                <a:srgbClr val="FF8300"/>
              </a:buClr>
              <a:buSzPts val="900"/>
              <a:buFont typeface="Arial"/>
              <a:buNone/>
              <a:defRPr i="0" sz="900" u="none" cap="none" strike="noStrike">
                <a:solidFill>
                  <a:schemeClr val="dk2"/>
                </a:solidFill>
                <a:latin typeface="Nunito Sans"/>
                <a:ea typeface="Nunito Sans"/>
                <a:cs typeface="Nunito Sans"/>
                <a:sym typeface="Nunito Sans"/>
              </a:defRPr>
            </a:lvl4pPr>
            <a:lvl5pPr indent="0" lvl="4" marL="0" marR="0" rtl="0" algn="r">
              <a:lnSpc>
                <a:spcPct val="100000"/>
              </a:lnSpc>
              <a:spcBef>
                <a:spcPts val="0"/>
              </a:spcBef>
              <a:spcAft>
                <a:spcPts val="0"/>
              </a:spcAft>
              <a:buClr>
                <a:srgbClr val="FF8300"/>
              </a:buClr>
              <a:buSzPts val="900"/>
              <a:buFont typeface="Arial"/>
              <a:buNone/>
              <a:defRPr i="0" sz="900" u="none" cap="none" strike="noStrike">
                <a:solidFill>
                  <a:schemeClr val="dk2"/>
                </a:solidFill>
                <a:latin typeface="Nunito Sans"/>
                <a:ea typeface="Nunito Sans"/>
                <a:cs typeface="Nunito Sans"/>
                <a:sym typeface="Nunito Sans"/>
              </a:defRPr>
            </a:lvl5pPr>
            <a:lvl6pPr indent="0" lvl="5" marL="0" marR="0" rtl="0" algn="r">
              <a:lnSpc>
                <a:spcPct val="100000"/>
              </a:lnSpc>
              <a:spcBef>
                <a:spcPts val="0"/>
              </a:spcBef>
              <a:spcAft>
                <a:spcPts val="0"/>
              </a:spcAft>
              <a:buClr>
                <a:srgbClr val="FF8300"/>
              </a:buClr>
              <a:buSzPts val="900"/>
              <a:buFont typeface="Arial"/>
              <a:buNone/>
              <a:defRPr i="0" sz="900" u="none" cap="none" strike="noStrike">
                <a:solidFill>
                  <a:schemeClr val="dk2"/>
                </a:solidFill>
                <a:latin typeface="Nunito Sans"/>
                <a:ea typeface="Nunito Sans"/>
                <a:cs typeface="Nunito Sans"/>
                <a:sym typeface="Nunito Sans"/>
              </a:defRPr>
            </a:lvl6pPr>
            <a:lvl7pPr indent="0" lvl="6" marL="0" marR="0" rtl="0" algn="r">
              <a:lnSpc>
                <a:spcPct val="100000"/>
              </a:lnSpc>
              <a:spcBef>
                <a:spcPts val="0"/>
              </a:spcBef>
              <a:spcAft>
                <a:spcPts val="0"/>
              </a:spcAft>
              <a:buClr>
                <a:srgbClr val="FF8300"/>
              </a:buClr>
              <a:buSzPts val="900"/>
              <a:buFont typeface="Arial"/>
              <a:buNone/>
              <a:defRPr i="0" sz="900" u="none" cap="none" strike="noStrike">
                <a:solidFill>
                  <a:schemeClr val="dk2"/>
                </a:solidFill>
                <a:latin typeface="Nunito Sans"/>
                <a:ea typeface="Nunito Sans"/>
                <a:cs typeface="Nunito Sans"/>
                <a:sym typeface="Nunito Sans"/>
              </a:defRPr>
            </a:lvl7pPr>
            <a:lvl8pPr indent="0" lvl="7" marL="0" marR="0" rtl="0" algn="r">
              <a:lnSpc>
                <a:spcPct val="100000"/>
              </a:lnSpc>
              <a:spcBef>
                <a:spcPts val="0"/>
              </a:spcBef>
              <a:spcAft>
                <a:spcPts val="0"/>
              </a:spcAft>
              <a:buClr>
                <a:srgbClr val="FF8300"/>
              </a:buClr>
              <a:buSzPts val="900"/>
              <a:buFont typeface="Arial"/>
              <a:buNone/>
              <a:defRPr i="0" sz="900" u="none" cap="none" strike="noStrike">
                <a:solidFill>
                  <a:schemeClr val="dk2"/>
                </a:solidFill>
                <a:latin typeface="Nunito Sans"/>
                <a:ea typeface="Nunito Sans"/>
                <a:cs typeface="Nunito Sans"/>
                <a:sym typeface="Nunito Sans"/>
              </a:defRPr>
            </a:lvl8pPr>
            <a:lvl9pPr indent="0" lvl="8" marL="0" marR="0" rtl="0" algn="r">
              <a:lnSpc>
                <a:spcPct val="100000"/>
              </a:lnSpc>
              <a:spcBef>
                <a:spcPts val="0"/>
              </a:spcBef>
              <a:spcAft>
                <a:spcPts val="0"/>
              </a:spcAft>
              <a:buClr>
                <a:srgbClr val="FF8300"/>
              </a:buClr>
              <a:buSzPts val="900"/>
              <a:buFont typeface="Arial"/>
              <a:buNone/>
              <a:defRPr i="0" sz="900" u="none" cap="none" strike="noStrike">
                <a:solidFill>
                  <a:schemeClr val="dk2"/>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
        <p:nvSpPr>
          <p:cNvPr id="22" name="Google Shape;22;p4"/>
          <p:cNvSpPr txBox="1"/>
          <p:nvPr>
            <p:ph idx="2" type="sldNum"/>
          </p:nvPr>
        </p:nvSpPr>
        <p:spPr>
          <a:xfrm>
            <a:off x="8439197" y="4819790"/>
            <a:ext cx="444000" cy="207900"/>
          </a:xfrm>
          <a:prstGeom prst="rect">
            <a:avLst/>
          </a:prstGeom>
          <a:solidFill>
            <a:srgbClr val="FFFFFF">
              <a:alpha val="0"/>
            </a:srgbClr>
          </a:solidFill>
          <a:ln>
            <a:noFill/>
          </a:ln>
        </p:spPr>
        <p:txBody>
          <a:bodyPr anchorCtr="0" anchor="ctr" bIns="34275" lIns="34275" spcFirstLastPara="1" rIns="34275" wrap="square" tIns="34275">
            <a:spAutoFit/>
          </a:bodyPr>
          <a:lstStyle>
            <a:lvl1pPr indent="0" lvl="0"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1pPr>
            <a:lvl2pPr indent="0" lvl="1"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2pPr>
            <a:lvl3pPr indent="0" lvl="2"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3pPr>
            <a:lvl4pPr indent="0" lvl="3"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4pPr>
            <a:lvl5pPr indent="0" lvl="4"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5pPr>
            <a:lvl6pPr indent="0" lvl="5"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6pPr>
            <a:lvl7pPr indent="0" lvl="6"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7pPr>
            <a:lvl8pPr indent="0" lvl="7"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8pPr>
            <a:lvl9pPr indent="0" lvl="8"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9pPr>
          </a:lstStyle>
          <a:p>
            <a:pPr indent="0" lvl="0" marL="0" rtl="0" algn="r">
              <a:spcBef>
                <a:spcPts val="0"/>
              </a:spcBef>
              <a:spcAft>
                <a:spcPts val="0"/>
              </a:spcAft>
              <a:buNone/>
            </a:pPr>
            <a:fld id="{00000000-1234-1234-1234-123412341234}" type="slidenum">
              <a:rPr lang="en-US"/>
              <a:t>‹#›</a:t>
            </a:fld>
            <a:endParaRPr/>
          </a:p>
        </p:txBody>
      </p:sp>
      <p:pic>
        <p:nvPicPr>
          <p:cNvPr id="23" name="Google Shape;23;p4"/>
          <p:cNvPicPr preferRelativeResize="0"/>
          <p:nvPr/>
        </p:nvPicPr>
        <p:blipFill>
          <a:blip r:embed="rId2">
            <a:alphaModFix/>
          </a:blip>
          <a:stretch>
            <a:fillRect/>
          </a:stretch>
        </p:blipFill>
        <p:spPr>
          <a:xfrm>
            <a:off x="7534974" y="198325"/>
            <a:ext cx="1348224" cy="173750"/>
          </a:xfrm>
          <a:prstGeom prst="rect">
            <a:avLst/>
          </a:prstGeom>
          <a:noFill/>
          <a:ln>
            <a:noFill/>
          </a:ln>
        </p:spPr>
      </p:pic>
      <p:sp>
        <p:nvSpPr>
          <p:cNvPr id="24" name="Google Shape;24;p4"/>
          <p:cNvSpPr/>
          <p:nvPr/>
        </p:nvSpPr>
        <p:spPr>
          <a:xfrm flipH="1" rot="10800000">
            <a:off x="-2450" y="5036750"/>
            <a:ext cx="9146400" cy="129600"/>
          </a:xfrm>
          <a:prstGeom prst="rect">
            <a:avLst/>
          </a:prstGeom>
          <a:gradFill>
            <a:gsLst>
              <a:gs pos="0">
                <a:srgbClr val="0092BC"/>
              </a:gs>
              <a:gs pos="100000">
                <a:srgbClr val="0BE0E9"/>
              </a:gs>
            </a:gsLst>
            <a:lin ang="8100019" scaled="0"/>
          </a:gra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900">
              <a:latin typeface="Nunito"/>
              <a:ea typeface="Nunito"/>
              <a:cs typeface="Nunito"/>
              <a:sym typeface="Nunito"/>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Dark">
  <p:cSld name="PT22_Split 3_1">
    <p:spTree>
      <p:nvGrpSpPr>
        <p:cNvPr id="25" name="Shape 25"/>
        <p:cNvGrpSpPr/>
        <p:nvPr/>
      </p:nvGrpSpPr>
      <p:grpSpPr>
        <a:xfrm>
          <a:off x="0" y="0"/>
          <a:ext cx="0" cy="0"/>
          <a:chOff x="0" y="0"/>
          <a:chExt cx="0" cy="0"/>
        </a:xfrm>
      </p:grpSpPr>
      <p:pic>
        <p:nvPicPr>
          <p:cNvPr id="26" name="Google Shape;26;p5"/>
          <p:cNvPicPr preferRelativeResize="0"/>
          <p:nvPr/>
        </p:nvPicPr>
        <p:blipFill rotWithShape="1">
          <a:blip r:embed="rId2">
            <a:alphaModFix/>
          </a:blip>
          <a:srcRect b="0" l="0" r="0" t="0"/>
          <a:stretch/>
        </p:blipFill>
        <p:spPr>
          <a:xfrm rot="10800000">
            <a:off x="-49650" y="-27925"/>
            <a:ext cx="9243300" cy="5199350"/>
          </a:xfrm>
          <a:prstGeom prst="rect">
            <a:avLst/>
          </a:prstGeom>
          <a:noFill/>
          <a:ln>
            <a:noFill/>
          </a:ln>
        </p:spPr>
      </p:pic>
      <p:sp>
        <p:nvSpPr>
          <p:cNvPr id="27" name="Google Shape;27;p5"/>
          <p:cNvSpPr txBox="1"/>
          <p:nvPr>
            <p:ph idx="12" type="sldNum"/>
          </p:nvPr>
        </p:nvSpPr>
        <p:spPr>
          <a:xfrm>
            <a:off x="8439197" y="4819790"/>
            <a:ext cx="444000" cy="207900"/>
          </a:xfrm>
          <a:prstGeom prst="rect">
            <a:avLst/>
          </a:prstGeom>
          <a:solidFill>
            <a:srgbClr val="FFFFFF">
              <a:alpha val="0"/>
            </a:srgbClr>
          </a:solidFill>
          <a:ln>
            <a:noFill/>
          </a:ln>
        </p:spPr>
        <p:txBody>
          <a:bodyPr anchorCtr="0" anchor="ctr" bIns="34275" lIns="34275" spcFirstLastPara="1" rIns="34275" wrap="square" tIns="34275">
            <a:spAutoFit/>
          </a:bodyPr>
          <a:lstStyle>
            <a:lvl1pPr indent="0" lvl="0"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1pPr>
            <a:lvl2pPr indent="0" lvl="1"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2pPr>
            <a:lvl3pPr indent="0" lvl="2"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3pPr>
            <a:lvl4pPr indent="0" lvl="3"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4pPr>
            <a:lvl5pPr indent="0" lvl="4"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5pPr>
            <a:lvl6pPr indent="0" lvl="5"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6pPr>
            <a:lvl7pPr indent="0" lvl="6"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7pPr>
            <a:lvl8pPr indent="0" lvl="7"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8pPr>
            <a:lvl9pPr indent="0" lvl="8"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9pPr>
          </a:lstStyle>
          <a:p>
            <a:pPr indent="0" lvl="0" marL="0" rtl="0" algn="r">
              <a:spcBef>
                <a:spcPts val="0"/>
              </a:spcBef>
              <a:spcAft>
                <a:spcPts val="0"/>
              </a:spcAft>
              <a:buNone/>
            </a:pPr>
            <a:fld id="{00000000-1234-1234-1234-123412341234}" type="slidenum">
              <a:rPr lang="en-US"/>
              <a:t>‹#›</a:t>
            </a:fld>
            <a:endParaRPr/>
          </a:p>
        </p:txBody>
      </p:sp>
      <p:sp>
        <p:nvSpPr>
          <p:cNvPr id="28" name="Google Shape;28;p5"/>
          <p:cNvSpPr txBox="1"/>
          <p:nvPr>
            <p:ph type="title"/>
          </p:nvPr>
        </p:nvSpPr>
        <p:spPr>
          <a:xfrm>
            <a:off x="448050" y="1371600"/>
            <a:ext cx="1765200" cy="2624400"/>
          </a:xfrm>
          <a:prstGeom prst="rect">
            <a:avLst/>
          </a:prstGeom>
        </p:spPr>
        <p:txBody>
          <a:bodyPr anchorCtr="0" anchor="t" bIns="34275" lIns="34275" spcFirstLastPara="1" rIns="34275" wrap="square" tIns="34275">
            <a:noAutofit/>
          </a:bodyPr>
          <a:lstStyle>
            <a:lvl1pPr lvl="0">
              <a:spcBef>
                <a:spcPts val="0"/>
              </a:spcBef>
              <a:spcAft>
                <a:spcPts val="0"/>
              </a:spcAft>
              <a:buClr>
                <a:schemeClr val="lt1"/>
              </a:buClr>
              <a:buSzPts val="2400"/>
              <a:buFont typeface="Nunito"/>
              <a:buNone/>
              <a:defRPr sz="2400">
                <a:solidFill>
                  <a:schemeClr val="lt1"/>
                </a:solidFill>
                <a:latin typeface="Nunito"/>
                <a:ea typeface="Nunito"/>
                <a:cs typeface="Nunito"/>
                <a:sym typeface="Nunito"/>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29" name="Google Shape;29;p5"/>
          <p:cNvSpPr txBox="1"/>
          <p:nvPr>
            <p:ph idx="1" type="body"/>
          </p:nvPr>
        </p:nvSpPr>
        <p:spPr>
          <a:xfrm>
            <a:off x="2781900" y="1371600"/>
            <a:ext cx="3219600" cy="2978100"/>
          </a:xfrm>
          <a:prstGeom prst="rect">
            <a:avLst/>
          </a:prstGeom>
        </p:spPr>
        <p:txBody>
          <a:bodyPr anchorCtr="0" anchor="t" bIns="34275" lIns="34275" spcFirstLastPara="1" rIns="34275" wrap="square" tIns="34275">
            <a:noAutofit/>
          </a:bodyPr>
          <a:lstStyle>
            <a:lvl1pPr indent="-228600" lvl="0" marL="457200">
              <a:spcBef>
                <a:spcPts val="800"/>
              </a:spcBef>
              <a:spcAft>
                <a:spcPts val="0"/>
              </a:spcAft>
              <a:buClr>
                <a:schemeClr val="lt1"/>
              </a:buClr>
              <a:buSzPts val="1400"/>
              <a:buNone/>
              <a:defRPr>
                <a:solidFill>
                  <a:schemeClr val="lt1"/>
                </a:solidFill>
              </a:defRPr>
            </a:lvl1pPr>
            <a:lvl2pPr indent="-228600" lvl="1" marL="914400">
              <a:spcBef>
                <a:spcPts val="800"/>
              </a:spcBef>
              <a:spcAft>
                <a:spcPts val="0"/>
              </a:spcAft>
              <a:buClr>
                <a:schemeClr val="lt1"/>
              </a:buClr>
              <a:buSzPts val="1400"/>
              <a:buNone/>
              <a:defRPr>
                <a:solidFill>
                  <a:schemeClr val="lt1"/>
                </a:solidFill>
              </a:defRPr>
            </a:lvl2pPr>
            <a:lvl3pPr indent="-228600" lvl="2" marL="1371600">
              <a:spcBef>
                <a:spcPts val="800"/>
              </a:spcBef>
              <a:spcAft>
                <a:spcPts val="0"/>
              </a:spcAft>
              <a:buClr>
                <a:schemeClr val="lt1"/>
              </a:buClr>
              <a:buSzPts val="1400"/>
              <a:buNone/>
              <a:defRPr>
                <a:solidFill>
                  <a:schemeClr val="lt1"/>
                </a:solidFill>
              </a:defRPr>
            </a:lvl3pPr>
            <a:lvl4pPr indent="-228600" lvl="3" marL="1828800">
              <a:spcBef>
                <a:spcPts val="800"/>
              </a:spcBef>
              <a:spcAft>
                <a:spcPts val="0"/>
              </a:spcAft>
              <a:buClr>
                <a:schemeClr val="lt1"/>
              </a:buClr>
              <a:buSzPts val="1400"/>
              <a:buNone/>
              <a:defRPr>
                <a:solidFill>
                  <a:schemeClr val="lt1"/>
                </a:solidFill>
              </a:defRPr>
            </a:lvl4pPr>
            <a:lvl5pPr indent="-228600" lvl="4" marL="2286000">
              <a:spcBef>
                <a:spcPts val="800"/>
              </a:spcBef>
              <a:spcAft>
                <a:spcPts val="0"/>
              </a:spcAft>
              <a:buClr>
                <a:schemeClr val="lt1"/>
              </a:buClr>
              <a:buSzPts val="1400"/>
              <a:buNone/>
              <a:defRPr>
                <a:solidFill>
                  <a:schemeClr val="lt1"/>
                </a:solidFill>
              </a:defRPr>
            </a:lvl5pPr>
            <a:lvl6pPr indent="-304800" lvl="5" marL="2743200">
              <a:spcBef>
                <a:spcPts val="800"/>
              </a:spcBef>
              <a:spcAft>
                <a:spcPts val="0"/>
              </a:spcAft>
              <a:buClr>
                <a:schemeClr val="lt1"/>
              </a:buClr>
              <a:buSzPts val="1200"/>
              <a:buChar char="•"/>
              <a:defRPr>
                <a:solidFill>
                  <a:schemeClr val="lt1"/>
                </a:solidFill>
              </a:defRPr>
            </a:lvl6pPr>
            <a:lvl7pPr indent="-304800" lvl="6" marL="3200400">
              <a:spcBef>
                <a:spcPts val="800"/>
              </a:spcBef>
              <a:spcAft>
                <a:spcPts val="0"/>
              </a:spcAft>
              <a:buClr>
                <a:schemeClr val="lt1"/>
              </a:buClr>
              <a:buSzPts val="1200"/>
              <a:buChar char="•"/>
              <a:defRPr>
                <a:solidFill>
                  <a:schemeClr val="lt1"/>
                </a:solidFill>
              </a:defRPr>
            </a:lvl7pPr>
            <a:lvl8pPr indent="-304800" lvl="7" marL="3657600">
              <a:spcBef>
                <a:spcPts val="800"/>
              </a:spcBef>
              <a:spcAft>
                <a:spcPts val="0"/>
              </a:spcAft>
              <a:buClr>
                <a:schemeClr val="lt1"/>
              </a:buClr>
              <a:buSzPts val="1200"/>
              <a:buChar char="•"/>
              <a:defRPr>
                <a:solidFill>
                  <a:schemeClr val="lt1"/>
                </a:solidFill>
              </a:defRPr>
            </a:lvl8pPr>
            <a:lvl9pPr indent="-304800" lvl="8" marL="4114800">
              <a:spcBef>
                <a:spcPts val="800"/>
              </a:spcBef>
              <a:spcAft>
                <a:spcPts val="0"/>
              </a:spcAft>
              <a:buClr>
                <a:schemeClr val="lt1"/>
              </a:buClr>
              <a:buSzPts val="1200"/>
              <a:buChar char="•"/>
              <a:defRPr>
                <a:solidFill>
                  <a:schemeClr val="lt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Light">
  <p:cSld name="PT22_Split 3_1_1">
    <p:spTree>
      <p:nvGrpSpPr>
        <p:cNvPr id="30" name="Shape 30"/>
        <p:cNvGrpSpPr/>
        <p:nvPr/>
      </p:nvGrpSpPr>
      <p:grpSpPr>
        <a:xfrm>
          <a:off x="0" y="0"/>
          <a:ext cx="0" cy="0"/>
          <a:chOff x="0" y="0"/>
          <a:chExt cx="0" cy="0"/>
        </a:xfrm>
      </p:grpSpPr>
      <p:pic>
        <p:nvPicPr>
          <p:cNvPr id="31" name="Google Shape;31;p6"/>
          <p:cNvPicPr preferRelativeResize="0"/>
          <p:nvPr/>
        </p:nvPicPr>
        <p:blipFill rotWithShape="1">
          <a:blip r:embed="rId2">
            <a:alphaModFix amt="14000"/>
          </a:blip>
          <a:srcRect b="10843" l="0" r="35538" t="23644"/>
          <a:stretch/>
        </p:blipFill>
        <p:spPr>
          <a:xfrm rot="10800000">
            <a:off x="-54199" y="629676"/>
            <a:ext cx="3540949" cy="4542824"/>
          </a:xfrm>
          <a:prstGeom prst="rect">
            <a:avLst/>
          </a:prstGeom>
          <a:noFill/>
          <a:ln>
            <a:noFill/>
          </a:ln>
        </p:spPr>
      </p:pic>
      <p:sp>
        <p:nvSpPr>
          <p:cNvPr id="32" name="Google Shape;32;p6"/>
          <p:cNvSpPr txBox="1"/>
          <p:nvPr>
            <p:ph type="title"/>
          </p:nvPr>
        </p:nvSpPr>
        <p:spPr>
          <a:xfrm>
            <a:off x="448050" y="1371600"/>
            <a:ext cx="1765200" cy="2624400"/>
          </a:xfrm>
          <a:prstGeom prst="rect">
            <a:avLst/>
          </a:prstGeom>
        </p:spPr>
        <p:txBody>
          <a:bodyPr anchorCtr="0" anchor="t" bIns="34275" lIns="34275" spcFirstLastPara="1" rIns="34275" wrap="square" tIns="34275">
            <a:noAutofit/>
          </a:bodyPr>
          <a:lstStyle>
            <a:lvl1pPr lvl="0" rtl="0">
              <a:spcBef>
                <a:spcPts val="0"/>
              </a:spcBef>
              <a:spcAft>
                <a:spcPts val="0"/>
              </a:spcAft>
              <a:buSzPts val="2400"/>
              <a:buFont typeface="Nunito"/>
              <a:buNone/>
              <a:defRPr sz="2400">
                <a:latin typeface="Nunito"/>
                <a:ea typeface="Nunito"/>
                <a:cs typeface="Nunito"/>
                <a:sym typeface="Nunito"/>
              </a:defRPr>
            </a:lvl1pPr>
            <a:lvl2pPr lvl="1" rtl="0">
              <a:spcBef>
                <a:spcPts val="0"/>
              </a:spcBef>
              <a:spcAft>
                <a:spcPts val="0"/>
              </a:spcAft>
              <a:buClr>
                <a:schemeClr val="dk1"/>
              </a:buClr>
              <a:buSzPts val="1600"/>
              <a:buNone/>
              <a:defRPr>
                <a:solidFill>
                  <a:schemeClr val="dk1"/>
                </a:solidFill>
              </a:defRPr>
            </a:lvl2pPr>
            <a:lvl3pPr lvl="2" rtl="0">
              <a:spcBef>
                <a:spcPts val="0"/>
              </a:spcBef>
              <a:spcAft>
                <a:spcPts val="0"/>
              </a:spcAft>
              <a:buClr>
                <a:schemeClr val="dk1"/>
              </a:buClr>
              <a:buSzPts val="1600"/>
              <a:buNone/>
              <a:defRPr>
                <a:solidFill>
                  <a:schemeClr val="dk1"/>
                </a:solidFill>
              </a:defRPr>
            </a:lvl3pPr>
            <a:lvl4pPr lvl="3" rtl="0">
              <a:spcBef>
                <a:spcPts val="0"/>
              </a:spcBef>
              <a:spcAft>
                <a:spcPts val="0"/>
              </a:spcAft>
              <a:buClr>
                <a:schemeClr val="dk1"/>
              </a:buClr>
              <a:buSzPts val="1600"/>
              <a:buNone/>
              <a:defRPr>
                <a:solidFill>
                  <a:schemeClr val="dk1"/>
                </a:solidFill>
              </a:defRPr>
            </a:lvl4pPr>
            <a:lvl5pPr lvl="4" rtl="0">
              <a:spcBef>
                <a:spcPts val="0"/>
              </a:spcBef>
              <a:spcAft>
                <a:spcPts val="0"/>
              </a:spcAft>
              <a:buClr>
                <a:schemeClr val="dk1"/>
              </a:buClr>
              <a:buSzPts val="1600"/>
              <a:buNone/>
              <a:defRPr>
                <a:solidFill>
                  <a:schemeClr val="dk1"/>
                </a:solidFill>
              </a:defRPr>
            </a:lvl5pPr>
            <a:lvl6pPr lvl="5" rtl="0">
              <a:spcBef>
                <a:spcPts val="0"/>
              </a:spcBef>
              <a:spcAft>
                <a:spcPts val="0"/>
              </a:spcAft>
              <a:buClr>
                <a:schemeClr val="dk1"/>
              </a:buClr>
              <a:buSzPts val="1600"/>
              <a:buNone/>
              <a:defRPr>
                <a:solidFill>
                  <a:schemeClr val="dk1"/>
                </a:solidFill>
              </a:defRPr>
            </a:lvl6pPr>
            <a:lvl7pPr lvl="6" rtl="0">
              <a:spcBef>
                <a:spcPts val="0"/>
              </a:spcBef>
              <a:spcAft>
                <a:spcPts val="0"/>
              </a:spcAft>
              <a:buClr>
                <a:schemeClr val="dk1"/>
              </a:buClr>
              <a:buSzPts val="1600"/>
              <a:buNone/>
              <a:defRPr>
                <a:solidFill>
                  <a:schemeClr val="dk1"/>
                </a:solidFill>
              </a:defRPr>
            </a:lvl7pPr>
            <a:lvl8pPr lvl="7" rtl="0">
              <a:spcBef>
                <a:spcPts val="0"/>
              </a:spcBef>
              <a:spcAft>
                <a:spcPts val="0"/>
              </a:spcAft>
              <a:buClr>
                <a:schemeClr val="dk1"/>
              </a:buClr>
              <a:buSzPts val="1600"/>
              <a:buNone/>
              <a:defRPr>
                <a:solidFill>
                  <a:schemeClr val="dk1"/>
                </a:solidFill>
              </a:defRPr>
            </a:lvl8pPr>
            <a:lvl9pPr lvl="8" rtl="0">
              <a:spcBef>
                <a:spcPts val="0"/>
              </a:spcBef>
              <a:spcAft>
                <a:spcPts val="0"/>
              </a:spcAft>
              <a:buClr>
                <a:schemeClr val="dk1"/>
              </a:buClr>
              <a:buSzPts val="1600"/>
              <a:buNone/>
              <a:defRPr>
                <a:solidFill>
                  <a:schemeClr val="dk1"/>
                </a:solidFill>
              </a:defRPr>
            </a:lvl9pPr>
          </a:lstStyle>
          <a:p/>
        </p:txBody>
      </p:sp>
      <p:sp>
        <p:nvSpPr>
          <p:cNvPr id="33" name="Google Shape;33;p6"/>
          <p:cNvSpPr txBox="1"/>
          <p:nvPr>
            <p:ph idx="1" type="body"/>
          </p:nvPr>
        </p:nvSpPr>
        <p:spPr>
          <a:xfrm>
            <a:off x="2781900" y="1371600"/>
            <a:ext cx="5162400" cy="2978100"/>
          </a:xfrm>
          <a:prstGeom prst="rect">
            <a:avLst/>
          </a:prstGeom>
        </p:spPr>
        <p:txBody>
          <a:bodyPr anchorCtr="0" anchor="t" bIns="34275" lIns="34275" spcFirstLastPara="1" rIns="34275" wrap="square" tIns="34275">
            <a:noAutofit/>
          </a:bodyPr>
          <a:lstStyle>
            <a:lvl1pPr indent="-228600" lvl="0" marL="457200" rtl="0">
              <a:spcBef>
                <a:spcPts val="800"/>
              </a:spcBef>
              <a:spcAft>
                <a:spcPts val="0"/>
              </a:spcAft>
              <a:buSzPts val="1400"/>
              <a:buNone/>
              <a:defRPr/>
            </a:lvl1pPr>
            <a:lvl2pPr indent="-228600" lvl="1" marL="914400" rtl="0">
              <a:spcBef>
                <a:spcPts val="800"/>
              </a:spcBef>
              <a:spcAft>
                <a:spcPts val="0"/>
              </a:spcAft>
              <a:buSzPts val="1400"/>
              <a:buNone/>
              <a:defRPr/>
            </a:lvl2pPr>
            <a:lvl3pPr indent="-228600" lvl="2" marL="1371600" rtl="0">
              <a:spcBef>
                <a:spcPts val="800"/>
              </a:spcBef>
              <a:spcAft>
                <a:spcPts val="0"/>
              </a:spcAft>
              <a:buSzPts val="1400"/>
              <a:buNone/>
              <a:defRPr/>
            </a:lvl3pPr>
            <a:lvl4pPr indent="-228600" lvl="3" marL="1828800" rtl="0">
              <a:spcBef>
                <a:spcPts val="800"/>
              </a:spcBef>
              <a:spcAft>
                <a:spcPts val="0"/>
              </a:spcAft>
              <a:buSzPts val="1400"/>
              <a:buNone/>
              <a:defRPr/>
            </a:lvl4pPr>
            <a:lvl5pPr indent="-228600" lvl="4" marL="2286000" rtl="0">
              <a:spcBef>
                <a:spcPts val="800"/>
              </a:spcBef>
              <a:spcAft>
                <a:spcPts val="0"/>
              </a:spcAft>
              <a:buSzPts val="1400"/>
              <a:buNone/>
              <a:defRPr/>
            </a:lvl5pPr>
            <a:lvl6pPr indent="-304800" lvl="5" marL="2743200" rtl="0">
              <a:spcBef>
                <a:spcPts val="800"/>
              </a:spcBef>
              <a:spcAft>
                <a:spcPts val="0"/>
              </a:spcAft>
              <a:buSzPts val="1200"/>
              <a:buChar char="•"/>
              <a:defRPr/>
            </a:lvl6pPr>
            <a:lvl7pPr indent="-304800" lvl="6" marL="3200400" rtl="0">
              <a:spcBef>
                <a:spcPts val="800"/>
              </a:spcBef>
              <a:spcAft>
                <a:spcPts val="0"/>
              </a:spcAft>
              <a:buSzPts val="1200"/>
              <a:buChar char="•"/>
              <a:defRPr/>
            </a:lvl7pPr>
            <a:lvl8pPr indent="-304800" lvl="7" marL="3657600" rtl="0">
              <a:spcBef>
                <a:spcPts val="800"/>
              </a:spcBef>
              <a:spcAft>
                <a:spcPts val="0"/>
              </a:spcAft>
              <a:buSzPts val="1200"/>
              <a:buChar char="•"/>
              <a:defRPr/>
            </a:lvl8pPr>
            <a:lvl9pPr indent="-304800" lvl="8" marL="4114800" rtl="0">
              <a:spcBef>
                <a:spcPts val="800"/>
              </a:spcBef>
              <a:spcAft>
                <a:spcPts val="0"/>
              </a:spcAft>
              <a:buSzPts val="1200"/>
              <a:buChar char="•"/>
              <a:defRPr/>
            </a:lvl9pPr>
          </a:lstStyle>
          <a:p/>
        </p:txBody>
      </p:sp>
      <p:pic>
        <p:nvPicPr>
          <p:cNvPr id="34" name="Google Shape;34;p6"/>
          <p:cNvPicPr preferRelativeResize="0"/>
          <p:nvPr/>
        </p:nvPicPr>
        <p:blipFill rotWithShape="1">
          <a:blip r:embed="rId2">
            <a:alphaModFix amt="14000"/>
          </a:blip>
          <a:srcRect b="10843" l="0" r="35538" t="13913"/>
          <a:stretch/>
        </p:blipFill>
        <p:spPr>
          <a:xfrm>
            <a:off x="5603050" y="-29825"/>
            <a:ext cx="3540949" cy="521764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Introduction Light" showMasterSp="0">
  <p:cSld name="1_PTDC_Background_03 5">
    <p:bg>
      <p:bgPr>
        <a:solidFill>
          <a:schemeClr val="lt1"/>
        </a:solidFill>
      </p:bgPr>
    </p:bg>
    <p:spTree>
      <p:nvGrpSpPr>
        <p:cNvPr id="35" name="Shape 35"/>
        <p:cNvGrpSpPr/>
        <p:nvPr/>
      </p:nvGrpSpPr>
      <p:grpSpPr>
        <a:xfrm>
          <a:off x="0" y="0"/>
          <a:ext cx="0" cy="0"/>
          <a:chOff x="0" y="0"/>
          <a:chExt cx="0" cy="0"/>
        </a:xfrm>
      </p:grpSpPr>
      <p:pic>
        <p:nvPicPr>
          <p:cNvPr id="36" name="Google Shape;36;p7"/>
          <p:cNvPicPr preferRelativeResize="0"/>
          <p:nvPr/>
        </p:nvPicPr>
        <p:blipFill rotWithShape="1">
          <a:blip r:embed="rId2">
            <a:alphaModFix amt="13000"/>
          </a:blip>
          <a:srcRect b="31735" l="0" r="48106" t="-6546"/>
          <a:stretch/>
        </p:blipFill>
        <p:spPr>
          <a:xfrm flipH="1">
            <a:off x="-24798" y="-29874"/>
            <a:ext cx="2850548" cy="5187949"/>
          </a:xfrm>
          <a:prstGeom prst="rect">
            <a:avLst/>
          </a:prstGeom>
          <a:noFill/>
          <a:ln>
            <a:noFill/>
          </a:ln>
        </p:spPr>
      </p:pic>
      <p:sp>
        <p:nvSpPr>
          <p:cNvPr id="37" name="Google Shape;37;p7"/>
          <p:cNvSpPr txBox="1"/>
          <p:nvPr>
            <p:ph idx="12" type="sldNum"/>
          </p:nvPr>
        </p:nvSpPr>
        <p:spPr>
          <a:xfrm>
            <a:off x="8240260" y="4819790"/>
            <a:ext cx="444000" cy="207900"/>
          </a:xfrm>
          <a:prstGeom prst="rect">
            <a:avLst/>
          </a:prstGeom>
          <a:solidFill>
            <a:srgbClr val="FFFFFF">
              <a:alpha val="0"/>
            </a:srgbClr>
          </a:solidFill>
          <a:ln>
            <a:noFill/>
          </a:ln>
        </p:spPr>
        <p:txBody>
          <a:bodyPr anchorCtr="0" anchor="ctr" bIns="34275" lIns="34275" spcFirstLastPara="1" rIns="34275" wrap="square" tIns="34275">
            <a:spAutoFit/>
          </a:bodyPr>
          <a:lstStyle>
            <a:lvl1pPr indent="0" lvl="0" mar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pic>
        <p:nvPicPr>
          <p:cNvPr id="38" name="Google Shape;38;p7"/>
          <p:cNvPicPr preferRelativeResize="0"/>
          <p:nvPr/>
        </p:nvPicPr>
        <p:blipFill rotWithShape="1">
          <a:blip r:embed="rId2">
            <a:alphaModFix amt="13000"/>
          </a:blip>
          <a:srcRect b="10843" l="0" r="35538" t="13913"/>
          <a:stretch/>
        </p:blipFill>
        <p:spPr>
          <a:xfrm>
            <a:off x="5603050" y="-29825"/>
            <a:ext cx="3540949" cy="5217649"/>
          </a:xfrm>
          <a:prstGeom prst="rect">
            <a:avLst/>
          </a:prstGeom>
          <a:noFill/>
          <a:ln>
            <a:noFill/>
          </a:ln>
        </p:spPr>
      </p:pic>
      <p:sp>
        <p:nvSpPr>
          <p:cNvPr id="39" name="Google Shape;39;p7"/>
          <p:cNvSpPr txBox="1"/>
          <p:nvPr>
            <p:ph type="title"/>
          </p:nvPr>
        </p:nvSpPr>
        <p:spPr>
          <a:xfrm>
            <a:off x="448050" y="521475"/>
            <a:ext cx="5486400" cy="1814400"/>
          </a:xfrm>
          <a:prstGeom prst="rect">
            <a:avLst/>
          </a:prstGeom>
        </p:spPr>
        <p:txBody>
          <a:bodyPr anchorCtr="0" anchor="b" bIns="34275" lIns="34275" spcFirstLastPara="1" rIns="34275" wrap="square" tIns="34275">
            <a:noAutofit/>
          </a:bodyPr>
          <a:lstStyle>
            <a:lvl1pPr lvl="0">
              <a:lnSpc>
                <a:spcPct val="100000"/>
              </a:lnSpc>
              <a:spcBef>
                <a:spcPts val="0"/>
              </a:spcBef>
              <a:spcAft>
                <a:spcPts val="0"/>
              </a:spcAft>
              <a:buSzPts val="3200"/>
              <a:buFont typeface="Nunito"/>
              <a:buNone/>
              <a:defRPr>
                <a:latin typeface="Nunito"/>
                <a:ea typeface="Nunito"/>
                <a:cs typeface="Nunito"/>
                <a:sym typeface="Nunito"/>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40" name="Google Shape;40;p7"/>
          <p:cNvSpPr txBox="1"/>
          <p:nvPr>
            <p:ph idx="1" type="subTitle"/>
          </p:nvPr>
        </p:nvSpPr>
        <p:spPr>
          <a:xfrm>
            <a:off x="448050" y="2411475"/>
            <a:ext cx="5486400" cy="1863900"/>
          </a:xfrm>
          <a:prstGeom prst="rect">
            <a:avLst/>
          </a:prstGeom>
        </p:spPr>
        <p:txBody>
          <a:bodyPr anchorCtr="0" anchor="t" bIns="34275" lIns="34275" spcFirstLastPara="1" rIns="34275" wrap="square" tIns="34275">
            <a:noAutofit/>
          </a:bodyPr>
          <a:lstStyle>
            <a:lvl1pPr lvl="0">
              <a:lnSpc>
                <a:spcPct val="115000"/>
              </a:lnSpc>
              <a:spcBef>
                <a:spcPts val="800"/>
              </a:spcBef>
              <a:spcAft>
                <a:spcPts val="0"/>
              </a:spcAft>
              <a:buSzPts val="2000"/>
              <a:buNone/>
              <a:defRPr sz="2000"/>
            </a:lvl1pPr>
            <a:lvl2pPr lvl="1">
              <a:spcBef>
                <a:spcPts val="8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0"/>
              </a:spcAft>
              <a:buSzPts val="1200"/>
              <a:buNone/>
              <a:defRPr/>
            </a:lvl9pPr>
          </a:lstStyle>
          <a:p/>
        </p:txBody>
      </p:sp>
      <p:pic>
        <p:nvPicPr>
          <p:cNvPr id="41" name="Google Shape;41;p7"/>
          <p:cNvPicPr preferRelativeResize="0"/>
          <p:nvPr/>
        </p:nvPicPr>
        <p:blipFill>
          <a:blip r:embed="rId3">
            <a:alphaModFix/>
          </a:blip>
          <a:stretch>
            <a:fillRect/>
          </a:stretch>
        </p:blipFill>
        <p:spPr>
          <a:xfrm>
            <a:off x="7534974" y="198325"/>
            <a:ext cx="1348224" cy="1737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Introduction Dark" showMasterSp="0">
  <p:cSld name="1_PTDC_Background_03 5_1">
    <p:bg>
      <p:bgPr>
        <a:solidFill>
          <a:schemeClr val="lt1"/>
        </a:solidFill>
      </p:bgPr>
    </p:bg>
    <p:spTree>
      <p:nvGrpSpPr>
        <p:cNvPr id="42" name="Shape 42"/>
        <p:cNvGrpSpPr/>
        <p:nvPr/>
      </p:nvGrpSpPr>
      <p:grpSpPr>
        <a:xfrm>
          <a:off x="0" y="0"/>
          <a:ext cx="0" cy="0"/>
          <a:chOff x="0" y="0"/>
          <a:chExt cx="0" cy="0"/>
        </a:xfrm>
      </p:grpSpPr>
      <p:sp>
        <p:nvSpPr>
          <p:cNvPr id="43" name="Google Shape;43;p8"/>
          <p:cNvSpPr txBox="1"/>
          <p:nvPr>
            <p:ph idx="12" type="sldNum"/>
          </p:nvPr>
        </p:nvSpPr>
        <p:spPr>
          <a:xfrm>
            <a:off x="8240260" y="4819790"/>
            <a:ext cx="444000" cy="207900"/>
          </a:xfrm>
          <a:prstGeom prst="rect">
            <a:avLst/>
          </a:prstGeom>
          <a:solidFill>
            <a:srgbClr val="FFFFFF">
              <a:alpha val="0"/>
            </a:srgbClr>
          </a:solidFill>
          <a:ln>
            <a:noFill/>
          </a:ln>
        </p:spPr>
        <p:txBody>
          <a:bodyPr anchorCtr="0" anchor="ctr" bIns="34275" lIns="34275" spcFirstLastPara="1" rIns="34275" wrap="square" tIns="34275">
            <a:spAutoFit/>
          </a:bodyPr>
          <a:lstStyle>
            <a:lvl1pPr indent="0" lvl="0"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1pPr>
            <a:lvl2pPr indent="0" lvl="1"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2pPr>
            <a:lvl3pPr indent="0" lvl="2"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3pPr>
            <a:lvl4pPr indent="0" lvl="3"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4pPr>
            <a:lvl5pPr indent="0" lvl="4"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5pPr>
            <a:lvl6pPr indent="0" lvl="5"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6pPr>
            <a:lvl7pPr indent="0" lvl="6"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7pPr>
            <a:lvl8pPr indent="0" lvl="7"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8pPr>
            <a:lvl9pPr indent="0" lvl="8"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
        <p:nvSpPr>
          <p:cNvPr id="44" name="Google Shape;44;p8"/>
          <p:cNvSpPr/>
          <p:nvPr/>
        </p:nvSpPr>
        <p:spPr>
          <a:xfrm flipH="1">
            <a:off x="-56400" y="-48925"/>
            <a:ext cx="9200400" cy="5251500"/>
          </a:xfrm>
          <a:prstGeom prst="rect">
            <a:avLst/>
          </a:prstGeom>
          <a:gradFill>
            <a:gsLst>
              <a:gs pos="0">
                <a:srgbClr val="033C6A"/>
              </a:gs>
              <a:gs pos="22000">
                <a:srgbClr val="033C6A"/>
              </a:gs>
              <a:gs pos="100000">
                <a:srgbClr val="0FAEC8"/>
              </a:gs>
            </a:gsLst>
            <a:lin ang="10800025" scaled="0"/>
          </a:gradFill>
          <a:ln>
            <a:noFill/>
          </a:ln>
        </p:spPr>
        <p:txBody>
          <a:bodyPr anchorCtr="0" anchor="ctr" bIns="45725" lIns="91425" spcFirstLastPara="1" rIns="91425" wrap="square" tIns="45725">
            <a:noAutofit/>
          </a:bodyPr>
          <a:lstStyle/>
          <a:p>
            <a:pPr indent="0" lvl="0" marL="0" marR="0" rtl="0" algn="ctr">
              <a:lnSpc>
                <a:spcPct val="100000"/>
              </a:lnSpc>
              <a:spcBef>
                <a:spcPts val="0"/>
              </a:spcBef>
              <a:spcAft>
                <a:spcPts val="0"/>
              </a:spcAft>
              <a:buNone/>
            </a:pPr>
            <a:r>
              <a:t/>
            </a:r>
            <a:endParaRPr b="0" i="0" sz="1900" u="none" cap="none" strike="noStrike">
              <a:solidFill>
                <a:srgbClr val="FFFFFF"/>
              </a:solidFill>
              <a:latin typeface="Arial"/>
              <a:ea typeface="Arial"/>
              <a:cs typeface="Arial"/>
              <a:sym typeface="Arial"/>
            </a:endParaRPr>
          </a:p>
        </p:txBody>
      </p:sp>
      <p:sp>
        <p:nvSpPr>
          <p:cNvPr id="45" name="Google Shape;45;p8"/>
          <p:cNvSpPr txBox="1"/>
          <p:nvPr>
            <p:ph type="title"/>
          </p:nvPr>
        </p:nvSpPr>
        <p:spPr>
          <a:xfrm>
            <a:off x="448050" y="521475"/>
            <a:ext cx="5486400" cy="1814400"/>
          </a:xfrm>
          <a:prstGeom prst="rect">
            <a:avLst/>
          </a:prstGeom>
        </p:spPr>
        <p:txBody>
          <a:bodyPr anchorCtr="0" anchor="b" bIns="34275" lIns="34275" spcFirstLastPara="1" rIns="34275" wrap="square" tIns="34275">
            <a:noAutofit/>
          </a:bodyPr>
          <a:lstStyle>
            <a:lvl1pPr lvl="0" rtl="0">
              <a:lnSpc>
                <a:spcPct val="100000"/>
              </a:lnSpc>
              <a:spcBef>
                <a:spcPts val="0"/>
              </a:spcBef>
              <a:spcAft>
                <a:spcPts val="0"/>
              </a:spcAft>
              <a:buClr>
                <a:schemeClr val="lt1"/>
              </a:buClr>
              <a:buSzPts val="3200"/>
              <a:buFont typeface="Nunito"/>
              <a:buNone/>
              <a:defRPr>
                <a:solidFill>
                  <a:schemeClr val="lt1"/>
                </a:solidFill>
                <a:latin typeface="Nunito"/>
                <a:ea typeface="Nunito"/>
                <a:cs typeface="Nunito"/>
                <a:sym typeface="Nunito"/>
              </a:defRPr>
            </a:lvl1pPr>
            <a:lvl2pPr lvl="1" rtl="0">
              <a:spcBef>
                <a:spcPts val="0"/>
              </a:spcBef>
              <a:spcAft>
                <a:spcPts val="0"/>
              </a:spcAft>
              <a:buClr>
                <a:schemeClr val="lt1"/>
              </a:buClr>
              <a:buSzPts val="1600"/>
              <a:buNone/>
              <a:defRPr>
                <a:solidFill>
                  <a:schemeClr val="lt1"/>
                </a:solidFill>
              </a:defRPr>
            </a:lvl2pPr>
            <a:lvl3pPr lvl="2" rtl="0">
              <a:spcBef>
                <a:spcPts val="0"/>
              </a:spcBef>
              <a:spcAft>
                <a:spcPts val="0"/>
              </a:spcAft>
              <a:buClr>
                <a:schemeClr val="lt1"/>
              </a:buClr>
              <a:buSzPts val="1600"/>
              <a:buNone/>
              <a:defRPr>
                <a:solidFill>
                  <a:schemeClr val="lt1"/>
                </a:solidFill>
              </a:defRPr>
            </a:lvl3pPr>
            <a:lvl4pPr lvl="3" rtl="0">
              <a:spcBef>
                <a:spcPts val="0"/>
              </a:spcBef>
              <a:spcAft>
                <a:spcPts val="0"/>
              </a:spcAft>
              <a:buClr>
                <a:schemeClr val="lt1"/>
              </a:buClr>
              <a:buSzPts val="1600"/>
              <a:buNone/>
              <a:defRPr>
                <a:solidFill>
                  <a:schemeClr val="lt1"/>
                </a:solidFill>
              </a:defRPr>
            </a:lvl4pPr>
            <a:lvl5pPr lvl="4" rtl="0">
              <a:spcBef>
                <a:spcPts val="0"/>
              </a:spcBef>
              <a:spcAft>
                <a:spcPts val="0"/>
              </a:spcAft>
              <a:buClr>
                <a:schemeClr val="lt1"/>
              </a:buClr>
              <a:buSzPts val="1600"/>
              <a:buNone/>
              <a:defRPr>
                <a:solidFill>
                  <a:schemeClr val="lt1"/>
                </a:solidFill>
              </a:defRPr>
            </a:lvl5pPr>
            <a:lvl6pPr lvl="5" rtl="0">
              <a:spcBef>
                <a:spcPts val="0"/>
              </a:spcBef>
              <a:spcAft>
                <a:spcPts val="0"/>
              </a:spcAft>
              <a:buClr>
                <a:schemeClr val="lt1"/>
              </a:buClr>
              <a:buSzPts val="1600"/>
              <a:buNone/>
              <a:defRPr>
                <a:solidFill>
                  <a:schemeClr val="lt1"/>
                </a:solidFill>
              </a:defRPr>
            </a:lvl6pPr>
            <a:lvl7pPr lvl="6" rtl="0">
              <a:spcBef>
                <a:spcPts val="0"/>
              </a:spcBef>
              <a:spcAft>
                <a:spcPts val="0"/>
              </a:spcAft>
              <a:buClr>
                <a:schemeClr val="lt1"/>
              </a:buClr>
              <a:buSzPts val="1600"/>
              <a:buNone/>
              <a:defRPr>
                <a:solidFill>
                  <a:schemeClr val="lt1"/>
                </a:solidFill>
              </a:defRPr>
            </a:lvl7pPr>
            <a:lvl8pPr lvl="7" rtl="0">
              <a:spcBef>
                <a:spcPts val="0"/>
              </a:spcBef>
              <a:spcAft>
                <a:spcPts val="0"/>
              </a:spcAft>
              <a:buClr>
                <a:schemeClr val="lt1"/>
              </a:buClr>
              <a:buSzPts val="1600"/>
              <a:buNone/>
              <a:defRPr>
                <a:solidFill>
                  <a:schemeClr val="lt1"/>
                </a:solidFill>
              </a:defRPr>
            </a:lvl8pPr>
            <a:lvl9pPr lvl="8" rtl="0">
              <a:spcBef>
                <a:spcPts val="0"/>
              </a:spcBef>
              <a:spcAft>
                <a:spcPts val="0"/>
              </a:spcAft>
              <a:buClr>
                <a:schemeClr val="lt1"/>
              </a:buClr>
              <a:buSzPts val="1600"/>
              <a:buNone/>
              <a:defRPr>
                <a:solidFill>
                  <a:schemeClr val="lt1"/>
                </a:solidFill>
              </a:defRPr>
            </a:lvl9pPr>
          </a:lstStyle>
          <a:p/>
        </p:txBody>
      </p:sp>
      <p:sp>
        <p:nvSpPr>
          <p:cNvPr id="46" name="Google Shape;46;p8"/>
          <p:cNvSpPr txBox="1"/>
          <p:nvPr>
            <p:ph idx="1" type="subTitle"/>
          </p:nvPr>
        </p:nvSpPr>
        <p:spPr>
          <a:xfrm>
            <a:off x="448050" y="2411475"/>
            <a:ext cx="5481300" cy="1863900"/>
          </a:xfrm>
          <a:prstGeom prst="rect">
            <a:avLst/>
          </a:prstGeom>
        </p:spPr>
        <p:txBody>
          <a:bodyPr anchorCtr="0" anchor="t" bIns="34275" lIns="34275" spcFirstLastPara="1" rIns="34275" wrap="square" tIns="34275">
            <a:noAutofit/>
          </a:bodyPr>
          <a:lstStyle>
            <a:lvl1pPr lvl="0" rtl="0">
              <a:lnSpc>
                <a:spcPct val="115000"/>
              </a:lnSpc>
              <a:spcBef>
                <a:spcPts val="800"/>
              </a:spcBef>
              <a:spcAft>
                <a:spcPts val="0"/>
              </a:spcAft>
              <a:buClr>
                <a:schemeClr val="lt1"/>
              </a:buClr>
              <a:buSzPts val="2000"/>
              <a:buNone/>
              <a:defRPr sz="2000">
                <a:solidFill>
                  <a:schemeClr val="lt1"/>
                </a:solidFill>
              </a:defRPr>
            </a:lvl1pPr>
            <a:lvl2pPr lvl="1" rtl="0">
              <a:spcBef>
                <a:spcPts val="800"/>
              </a:spcBef>
              <a:spcAft>
                <a:spcPts val="0"/>
              </a:spcAft>
              <a:buClr>
                <a:schemeClr val="lt1"/>
              </a:buClr>
              <a:buSzPts val="1400"/>
              <a:buNone/>
              <a:defRPr>
                <a:solidFill>
                  <a:schemeClr val="lt1"/>
                </a:solidFill>
              </a:defRPr>
            </a:lvl2pPr>
            <a:lvl3pPr lvl="2" rtl="0">
              <a:spcBef>
                <a:spcPts val="800"/>
              </a:spcBef>
              <a:spcAft>
                <a:spcPts val="0"/>
              </a:spcAft>
              <a:buClr>
                <a:schemeClr val="lt1"/>
              </a:buClr>
              <a:buSzPts val="1400"/>
              <a:buNone/>
              <a:defRPr>
                <a:solidFill>
                  <a:schemeClr val="lt1"/>
                </a:solidFill>
              </a:defRPr>
            </a:lvl3pPr>
            <a:lvl4pPr lvl="3" rtl="0">
              <a:spcBef>
                <a:spcPts val="800"/>
              </a:spcBef>
              <a:spcAft>
                <a:spcPts val="0"/>
              </a:spcAft>
              <a:buClr>
                <a:schemeClr val="lt1"/>
              </a:buClr>
              <a:buSzPts val="1400"/>
              <a:buNone/>
              <a:defRPr>
                <a:solidFill>
                  <a:schemeClr val="lt1"/>
                </a:solidFill>
              </a:defRPr>
            </a:lvl4pPr>
            <a:lvl5pPr lvl="4" rtl="0">
              <a:spcBef>
                <a:spcPts val="800"/>
              </a:spcBef>
              <a:spcAft>
                <a:spcPts val="0"/>
              </a:spcAft>
              <a:buClr>
                <a:schemeClr val="lt1"/>
              </a:buClr>
              <a:buSzPts val="1400"/>
              <a:buNone/>
              <a:defRPr>
                <a:solidFill>
                  <a:schemeClr val="lt1"/>
                </a:solidFill>
              </a:defRPr>
            </a:lvl5pPr>
            <a:lvl6pPr lvl="5" rtl="0">
              <a:spcBef>
                <a:spcPts val="800"/>
              </a:spcBef>
              <a:spcAft>
                <a:spcPts val="0"/>
              </a:spcAft>
              <a:buClr>
                <a:schemeClr val="lt1"/>
              </a:buClr>
              <a:buSzPts val="1200"/>
              <a:buNone/>
              <a:defRPr>
                <a:solidFill>
                  <a:schemeClr val="lt1"/>
                </a:solidFill>
              </a:defRPr>
            </a:lvl6pPr>
            <a:lvl7pPr lvl="6" rtl="0">
              <a:spcBef>
                <a:spcPts val="800"/>
              </a:spcBef>
              <a:spcAft>
                <a:spcPts val="0"/>
              </a:spcAft>
              <a:buClr>
                <a:schemeClr val="lt1"/>
              </a:buClr>
              <a:buSzPts val="1200"/>
              <a:buNone/>
              <a:defRPr>
                <a:solidFill>
                  <a:schemeClr val="lt1"/>
                </a:solidFill>
              </a:defRPr>
            </a:lvl7pPr>
            <a:lvl8pPr lvl="7" rtl="0">
              <a:spcBef>
                <a:spcPts val="800"/>
              </a:spcBef>
              <a:spcAft>
                <a:spcPts val="0"/>
              </a:spcAft>
              <a:buClr>
                <a:schemeClr val="lt1"/>
              </a:buClr>
              <a:buSzPts val="1200"/>
              <a:buNone/>
              <a:defRPr>
                <a:solidFill>
                  <a:schemeClr val="lt1"/>
                </a:solidFill>
              </a:defRPr>
            </a:lvl8pPr>
            <a:lvl9pPr lvl="8" rtl="0">
              <a:spcBef>
                <a:spcPts val="800"/>
              </a:spcBef>
              <a:spcAft>
                <a:spcPts val="0"/>
              </a:spcAft>
              <a:buClr>
                <a:schemeClr val="lt1"/>
              </a:buClr>
              <a:buSzPts val="1200"/>
              <a:buNone/>
              <a:defRPr>
                <a:solidFill>
                  <a:schemeClr val="lt1"/>
                </a:solidFill>
              </a:defRPr>
            </a:lvl9pPr>
          </a:lstStyle>
          <a:p/>
        </p:txBody>
      </p:sp>
      <p:pic>
        <p:nvPicPr>
          <p:cNvPr id="47" name="Google Shape;47;p8"/>
          <p:cNvPicPr preferRelativeResize="0"/>
          <p:nvPr/>
        </p:nvPicPr>
        <p:blipFill rotWithShape="1">
          <a:blip r:embed="rId2">
            <a:alphaModFix amt="7000"/>
          </a:blip>
          <a:srcRect b="10844" l="0" r="38845" t="32646"/>
          <a:stretch/>
        </p:blipFill>
        <p:spPr>
          <a:xfrm>
            <a:off x="4718650" y="-48900"/>
            <a:ext cx="4451351" cy="5192400"/>
          </a:xfrm>
          <a:prstGeom prst="rect">
            <a:avLst/>
          </a:prstGeom>
          <a:noFill/>
          <a:ln>
            <a:noFill/>
          </a:ln>
        </p:spPr>
      </p:pic>
      <p:pic>
        <p:nvPicPr>
          <p:cNvPr id="48" name="Google Shape;48;p8"/>
          <p:cNvPicPr preferRelativeResize="0"/>
          <p:nvPr/>
        </p:nvPicPr>
        <p:blipFill>
          <a:blip r:embed="rId3">
            <a:alphaModFix/>
          </a:blip>
          <a:stretch>
            <a:fillRect/>
          </a:stretch>
        </p:blipFill>
        <p:spPr>
          <a:xfrm>
            <a:off x="448042" y="198325"/>
            <a:ext cx="1348244" cy="1737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Background no logo" showMasterSp="0">
  <p:cSld name="1_PTDC_Background_03 5_1_1">
    <p:bg>
      <p:bgPr>
        <a:solidFill>
          <a:schemeClr val="lt1"/>
        </a:solidFill>
      </p:bgPr>
    </p:bg>
    <p:spTree>
      <p:nvGrpSpPr>
        <p:cNvPr id="49" name="Shape 49"/>
        <p:cNvGrpSpPr/>
        <p:nvPr/>
      </p:nvGrpSpPr>
      <p:grpSpPr>
        <a:xfrm>
          <a:off x="0" y="0"/>
          <a:ext cx="0" cy="0"/>
          <a:chOff x="0" y="0"/>
          <a:chExt cx="0" cy="0"/>
        </a:xfrm>
      </p:grpSpPr>
      <p:sp>
        <p:nvSpPr>
          <p:cNvPr id="50" name="Google Shape;50;p9"/>
          <p:cNvSpPr txBox="1"/>
          <p:nvPr>
            <p:ph idx="12" type="sldNum"/>
          </p:nvPr>
        </p:nvSpPr>
        <p:spPr>
          <a:xfrm>
            <a:off x="8240260" y="4819790"/>
            <a:ext cx="444000" cy="207900"/>
          </a:xfrm>
          <a:prstGeom prst="rect">
            <a:avLst/>
          </a:prstGeom>
          <a:solidFill>
            <a:srgbClr val="FFFFFF">
              <a:alpha val="0"/>
            </a:srgbClr>
          </a:solidFill>
          <a:ln>
            <a:noFill/>
          </a:ln>
        </p:spPr>
        <p:txBody>
          <a:bodyPr anchorCtr="0" anchor="ctr" bIns="34275" lIns="34275" spcFirstLastPara="1" rIns="34275" wrap="square" tIns="34275">
            <a:spAutoFit/>
          </a:bodyPr>
          <a:lstStyle>
            <a:lvl1pPr indent="0" lvl="0"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1pPr>
            <a:lvl2pPr indent="0" lvl="1"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2pPr>
            <a:lvl3pPr indent="0" lvl="2"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3pPr>
            <a:lvl4pPr indent="0" lvl="3"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4pPr>
            <a:lvl5pPr indent="0" lvl="4"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5pPr>
            <a:lvl6pPr indent="0" lvl="5"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6pPr>
            <a:lvl7pPr indent="0" lvl="6"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7pPr>
            <a:lvl8pPr indent="0" lvl="7"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8pPr>
            <a:lvl9pPr indent="0" lvl="8"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
        <p:nvSpPr>
          <p:cNvPr id="51" name="Google Shape;51;p9"/>
          <p:cNvSpPr/>
          <p:nvPr/>
        </p:nvSpPr>
        <p:spPr>
          <a:xfrm flipH="1">
            <a:off x="-56400" y="-48925"/>
            <a:ext cx="9200400" cy="5251500"/>
          </a:xfrm>
          <a:prstGeom prst="rect">
            <a:avLst/>
          </a:prstGeom>
          <a:gradFill>
            <a:gsLst>
              <a:gs pos="0">
                <a:srgbClr val="033C6A"/>
              </a:gs>
              <a:gs pos="22000">
                <a:srgbClr val="033C6A"/>
              </a:gs>
              <a:gs pos="100000">
                <a:srgbClr val="0FAEC8"/>
              </a:gs>
            </a:gsLst>
            <a:lin ang="10800025" scaled="0"/>
          </a:gradFill>
          <a:ln>
            <a:noFill/>
          </a:ln>
        </p:spPr>
        <p:txBody>
          <a:bodyPr anchorCtr="0" anchor="ctr" bIns="45725" lIns="91425" spcFirstLastPara="1" rIns="91425" wrap="square" tIns="45725">
            <a:noAutofit/>
          </a:bodyPr>
          <a:lstStyle/>
          <a:p>
            <a:pPr indent="0" lvl="0" marL="0" marR="0" rtl="0" algn="ctr">
              <a:lnSpc>
                <a:spcPct val="100000"/>
              </a:lnSpc>
              <a:spcBef>
                <a:spcPts val="0"/>
              </a:spcBef>
              <a:spcAft>
                <a:spcPts val="0"/>
              </a:spcAft>
              <a:buNone/>
            </a:pPr>
            <a:r>
              <a:t/>
            </a:r>
            <a:endParaRPr b="0" i="0" sz="1900" u="none" cap="none" strike="noStrike">
              <a:solidFill>
                <a:srgbClr val="FFFFFF"/>
              </a:solidFill>
              <a:latin typeface="Arial"/>
              <a:ea typeface="Arial"/>
              <a:cs typeface="Arial"/>
              <a:sym typeface="Arial"/>
            </a:endParaRPr>
          </a:p>
        </p:txBody>
      </p:sp>
      <p:sp>
        <p:nvSpPr>
          <p:cNvPr id="52" name="Google Shape;52;p9"/>
          <p:cNvSpPr txBox="1"/>
          <p:nvPr>
            <p:ph type="title"/>
          </p:nvPr>
        </p:nvSpPr>
        <p:spPr>
          <a:xfrm>
            <a:off x="448050" y="521475"/>
            <a:ext cx="5486400" cy="1814400"/>
          </a:xfrm>
          <a:prstGeom prst="rect">
            <a:avLst/>
          </a:prstGeom>
        </p:spPr>
        <p:txBody>
          <a:bodyPr anchorCtr="0" anchor="b" bIns="34275" lIns="34275" spcFirstLastPara="1" rIns="34275" wrap="square" tIns="34275">
            <a:noAutofit/>
          </a:bodyPr>
          <a:lstStyle>
            <a:lvl1pPr lvl="0" rtl="0">
              <a:lnSpc>
                <a:spcPct val="100000"/>
              </a:lnSpc>
              <a:spcBef>
                <a:spcPts val="0"/>
              </a:spcBef>
              <a:spcAft>
                <a:spcPts val="0"/>
              </a:spcAft>
              <a:buClr>
                <a:schemeClr val="lt1"/>
              </a:buClr>
              <a:buSzPts val="3200"/>
              <a:buFont typeface="Nunito"/>
              <a:buNone/>
              <a:defRPr>
                <a:solidFill>
                  <a:schemeClr val="lt1"/>
                </a:solidFill>
                <a:latin typeface="Nunito"/>
                <a:ea typeface="Nunito"/>
                <a:cs typeface="Nunito"/>
                <a:sym typeface="Nunito"/>
              </a:defRPr>
            </a:lvl1pPr>
            <a:lvl2pPr lvl="1" rtl="0">
              <a:spcBef>
                <a:spcPts val="0"/>
              </a:spcBef>
              <a:spcAft>
                <a:spcPts val="0"/>
              </a:spcAft>
              <a:buClr>
                <a:schemeClr val="lt1"/>
              </a:buClr>
              <a:buSzPts val="1600"/>
              <a:buNone/>
              <a:defRPr>
                <a:solidFill>
                  <a:schemeClr val="lt1"/>
                </a:solidFill>
              </a:defRPr>
            </a:lvl2pPr>
            <a:lvl3pPr lvl="2" rtl="0">
              <a:spcBef>
                <a:spcPts val="0"/>
              </a:spcBef>
              <a:spcAft>
                <a:spcPts val="0"/>
              </a:spcAft>
              <a:buClr>
                <a:schemeClr val="lt1"/>
              </a:buClr>
              <a:buSzPts val="1600"/>
              <a:buNone/>
              <a:defRPr>
                <a:solidFill>
                  <a:schemeClr val="lt1"/>
                </a:solidFill>
              </a:defRPr>
            </a:lvl3pPr>
            <a:lvl4pPr lvl="3" rtl="0">
              <a:spcBef>
                <a:spcPts val="0"/>
              </a:spcBef>
              <a:spcAft>
                <a:spcPts val="0"/>
              </a:spcAft>
              <a:buClr>
                <a:schemeClr val="lt1"/>
              </a:buClr>
              <a:buSzPts val="1600"/>
              <a:buNone/>
              <a:defRPr>
                <a:solidFill>
                  <a:schemeClr val="lt1"/>
                </a:solidFill>
              </a:defRPr>
            </a:lvl4pPr>
            <a:lvl5pPr lvl="4" rtl="0">
              <a:spcBef>
                <a:spcPts val="0"/>
              </a:spcBef>
              <a:spcAft>
                <a:spcPts val="0"/>
              </a:spcAft>
              <a:buClr>
                <a:schemeClr val="lt1"/>
              </a:buClr>
              <a:buSzPts val="1600"/>
              <a:buNone/>
              <a:defRPr>
                <a:solidFill>
                  <a:schemeClr val="lt1"/>
                </a:solidFill>
              </a:defRPr>
            </a:lvl5pPr>
            <a:lvl6pPr lvl="5" rtl="0">
              <a:spcBef>
                <a:spcPts val="0"/>
              </a:spcBef>
              <a:spcAft>
                <a:spcPts val="0"/>
              </a:spcAft>
              <a:buClr>
                <a:schemeClr val="lt1"/>
              </a:buClr>
              <a:buSzPts val="1600"/>
              <a:buNone/>
              <a:defRPr>
                <a:solidFill>
                  <a:schemeClr val="lt1"/>
                </a:solidFill>
              </a:defRPr>
            </a:lvl6pPr>
            <a:lvl7pPr lvl="6" rtl="0">
              <a:spcBef>
                <a:spcPts val="0"/>
              </a:spcBef>
              <a:spcAft>
                <a:spcPts val="0"/>
              </a:spcAft>
              <a:buClr>
                <a:schemeClr val="lt1"/>
              </a:buClr>
              <a:buSzPts val="1600"/>
              <a:buNone/>
              <a:defRPr>
                <a:solidFill>
                  <a:schemeClr val="lt1"/>
                </a:solidFill>
              </a:defRPr>
            </a:lvl7pPr>
            <a:lvl8pPr lvl="7" rtl="0">
              <a:spcBef>
                <a:spcPts val="0"/>
              </a:spcBef>
              <a:spcAft>
                <a:spcPts val="0"/>
              </a:spcAft>
              <a:buClr>
                <a:schemeClr val="lt1"/>
              </a:buClr>
              <a:buSzPts val="1600"/>
              <a:buNone/>
              <a:defRPr>
                <a:solidFill>
                  <a:schemeClr val="lt1"/>
                </a:solidFill>
              </a:defRPr>
            </a:lvl8pPr>
            <a:lvl9pPr lvl="8" rtl="0">
              <a:spcBef>
                <a:spcPts val="0"/>
              </a:spcBef>
              <a:spcAft>
                <a:spcPts val="0"/>
              </a:spcAft>
              <a:buClr>
                <a:schemeClr val="lt1"/>
              </a:buClr>
              <a:buSzPts val="1600"/>
              <a:buNone/>
              <a:defRPr>
                <a:solidFill>
                  <a:schemeClr val="lt1"/>
                </a:solidFill>
              </a:defRPr>
            </a:lvl9pPr>
          </a:lstStyle>
          <a:p/>
        </p:txBody>
      </p:sp>
      <p:sp>
        <p:nvSpPr>
          <p:cNvPr id="53" name="Google Shape;53;p9"/>
          <p:cNvSpPr txBox="1"/>
          <p:nvPr>
            <p:ph idx="1" type="subTitle"/>
          </p:nvPr>
        </p:nvSpPr>
        <p:spPr>
          <a:xfrm>
            <a:off x="448050" y="2411475"/>
            <a:ext cx="5481300" cy="1863900"/>
          </a:xfrm>
          <a:prstGeom prst="rect">
            <a:avLst/>
          </a:prstGeom>
        </p:spPr>
        <p:txBody>
          <a:bodyPr anchorCtr="0" anchor="t" bIns="34275" lIns="34275" spcFirstLastPara="1" rIns="34275" wrap="square" tIns="34275">
            <a:noAutofit/>
          </a:bodyPr>
          <a:lstStyle>
            <a:lvl1pPr lvl="0" rtl="0">
              <a:lnSpc>
                <a:spcPct val="115000"/>
              </a:lnSpc>
              <a:spcBef>
                <a:spcPts val="800"/>
              </a:spcBef>
              <a:spcAft>
                <a:spcPts val="0"/>
              </a:spcAft>
              <a:buClr>
                <a:schemeClr val="lt1"/>
              </a:buClr>
              <a:buSzPts val="2000"/>
              <a:buNone/>
              <a:defRPr sz="2000">
                <a:solidFill>
                  <a:schemeClr val="lt1"/>
                </a:solidFill>
              </a:defRPr>
            </a:lvl1pPr>
            <a:lvl2pPr lvl="1" rtl="0">
              <a:spcBef>
                <a:spcPts val="800"/>
              </a:spcBef>
              <a:spcAft>
                <a:spcPts val="0"/>
              </a:spcAft>
              <a:buClr>
                <a:schemeClr val="lt1"/>
              </a:buClr>
              <a:buSzPts val="1400"/>
              <a:buNone/>
              <a:defRPr>
                <a:solidFill>
                  <a:schemeClr val="lt1"/>
                </a:solidFill>
              </a:defRPr>
            </a:lvl2pPr>
            <a:lvl3pPr lvl="2" rtl="0">
              <a:spcBef>
                <a:spcPts val="800"/>
              </a:spcBef>
              <a:spcAft>
                <a:spcPts val="0"/>
              </a:spcAft>
              <a:buClr>
                <a:schemeClr val="lt1"/>
              </a:buClr>
              <a:buSzPts val="1400"/>
              <a:buNone/>
              <a:defRPr>
                <a:solidFill>
                  <a:schemeClr val="lt1"/>
                </a:solidFill>
              </a:defRPr>
            </a:lvl3pPr>
            <a:lvl4pPr lvl="3" rtl="0">
              <a:spcBef>
                <a:spcPts val="800"/>
              </a:spcBef>
              <a:spcAft>
                <a:spcPts val="0"/>
              </a:spcAft>
              <a:buClr>
                <a:schemeClr val="lt1"/>
              </a:buClr>
              <a:buSzPts val="1400"/>
              <a:buNone/>
              <a:defRPr>
                <a:solidFill>
                  <a:schemeClr val="lt1"/>
                </a:solidFill>
              </a:defRPr>
            </a:lvl4pPr>
            <a:lvl5pPr lvl="4" rtl="0">
              <a:spcBef>
                <a:spcPts val="800"/>
              </a:spcBef>
              <a:spcAft>
                <a:spcPts val="0"/>
              </a:spcAft>
              <a:buClr>
                <a:schemeClr val="lt1"/>
              </a:buClr>
              <a:buSzPts val="1400"/>
              <a:buNone/>
              <a:defRPr>
                <a:solidFill>
                  <a:schemeClr val="lt1"/>
                </a:solidFill>
              </a:defRPr>
            </a:lvl5pPr>
            <a:lvl6pPr lvl="5" rtl="0">
              <a:spcBef>
                <a:spcPts val="800"/>
              </a:spcBef>
              <a:spcAft>
                <a:spcPts val="0"/>
              </a:spcAft>
              <a:buClr>
                <a:schemeClr val="lt1"/>
              </a:buClr>
              <a:buSzPts val="1200"/>
              <a:buNone/>
              <a:defRPr>
                <a:solidFill>
                  <a:schemeClr val="lt1"/>
                </a:solidFill>
              </a:defRPr>
            </a:lvl6pPr>
            <a:lvl7pPr lvl="6" rtl="0">
              <a:spcBef>
                <a:spcPts val="800"/>
              </a:spcBef>
              <a:spcAft>
                <a:spcPts val="0"/>
              </a:spcAft>
              <a:buClr>
                <a:schemeClr val="lt1"/>
              </a:buClr>
              <a:buSzPts val="1200"/>
              <a:buNone/>
              <a:defRPr>
                <a:solidFill>
                  <a:schemeClr val="lt1"/>
                </a:solidFill>
              </a:defRPr>
            </a:lvl7pPr>
            <a:lvl8pPr lvl="7" rtl="0">
              <a:spcBef>
                <a:spcPts val="800"/>
              </a:spcBef>
              <a:spcAft>
                <a:spcPts val="0"/>
              </a:spcAft>
              <a:buClr>
                <a:schemeClr val="lt1"/>
              </a:buClr>
              <a:buSzPts val="1200"/>
              <a:buNone/>
              <a:defRPr>
                <a:solidFill>
                  <a:schemeClr val="lt1"/>
                </a:solidFill>
              </a:defRPr>
            </a:lvl8pPr>
            <a:lvl9pPr lvl="8" rtl="0">
              <a:spcBef>
                <a:spcPts val="800"/>
              </a:spcBef>
              <a:spcAft>
                <a:spcPts val="0"/>
              </a:spcAft>
              <a:buClr>
                <a:schemeClr val="lt1"/>
              </a:buClr>
              <a:buSzPts val="1200"/>
              <a:buNone/>
              <a:defRPr>
                <a:solidFill>
                  <a:schemeClr val="lt1"/>
                </a:solidFill>
              </a:defRPr>
            </a:lvl9pPr>
          </a:lstStyle>
          <a:p/>
        </p:txBody>
      </p:sp>
      <p:pic>
        <p:nvPicPr>
          <p:cNvPr id="54" name="Google Shape;54;p9"/>
          <p:cNvPicPr preferRelativeResize="0"/>
          <p:nvPr/>
        </p:nvPicPr>
        <p:blipFill rotWithShape="1">
          <a:blip r:embed="rId2">
            <a:alphaModFix amt="7000"/>
          </a:blip>
          <a:srcRect b="10844" l="0" r="38845" t="32646"/>
          <a:stretch/>
        </p:blipFill>
        <p:spPr>
          <a:xfrm>
            <a:off x="4718650" y="-48900"/>
            <a:ext cx="4451351" cy="51924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Background" showMasterSp="0">
  <p:cSld name="1_PTDC_Background_03 5_1_1_1">
    <p:bg>
      <p:bgPr>
        <a:solidFill>
          <a:schemeClr val="lt1"/>
        </a:solidFill>
      </p:bgPr>
    </p:bg>
    <p:spTree>
      <p:nvGrpSpPr>
        <p:cNvPr id="55" name="Shape 55"/>
        <p:cNvGrpSpPr/>
        <p:nvPr/>
      </p:nvGrpSpPr>
      <p:grpSpPr>
        <a:xfrm>
          <a:off x="0" y="0"/>
          <a:ext cx="0" cy="0"/>
          <a:chOff x="0" y="0"/>
          <a:chExt cx="0" cy="0"/>
        </a:xfrm>
      </p:grpSpPr>
      <p:sp>
        <p:nvSpPr>
          <p:cNvPr id="56" name="Google Shape;56;p10"/>
          <p:cNvSpPr txBox="1"/>
          <p:nvPr>
            <p:ph idx="12" type="sldNum"/>
          </p:nvPr>
        </p:nvSpPr>
        <p:spPr>
          <a:xfrm>
            <a:off x="8240260" y="4819790"/>
            <a:ext cx="444000" cy="207900"/>
          </a:xfrm>
          <a:prstGeom prst="rect">
            <a:avLst/>
          </a:prstGeom>
          <a:solidFill>
            <a:srgbClr val="FFFFFF">
              <a:alpha val="0"/>
            </a:srgbClr>
          </a:solidFill>
          <a:ln>
            <a:noFill/>
          </a:ln>
        </p:spPr>
        <p:txBody>
          <a:bodyPr anchorCtr="0" anchor="ctr" bIns="34275" lIns="34275" spcFirstLastPara="1" rIns="34275" wrap="square" tIns="34275">
            <a:spAutoFit/>
          </a:bodyPr>
          <a:lstStyle>
            <a:lvl1pPr indent="0" lvl="0"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1pPr>
            <a:lvl2pPr indent="0" lvl="1"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2pPr>
            <a:lvl3pPr indent="0" lvl="2"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3pPr>
            <a:lvl4pPr indent="0" lvl="3"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4pPr>
            <a:lvl5pPr indent="0" lvl="4"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5pPr>
            <a:lvl6pPr indent="0" lvl="5"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6pPr>
            <a:lvl7pPr indent="0" lvl="6"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7pPr>
            <a:lvl8pPr indent="0" lvl="7"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8pPr>
            <a:lvl9pPr indent="0" lvl="8" mar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
        <p:nvSpPr>
          <p:cNvPr id="57" name="Google Shape;57;p10"/>
          <p:cNvSpPr/>
          <p:nvPr/>
        </p:nvSpPr>
        <p:spPr>
          <a:xfrm flipH="1">
            <a:off x="-56400" y="-48925"/>
            <a:ext cx="9200400" cy="5251500"/>
          </a:xfrm>
          <a:prstGeom prst="rect">
            <a:avLst/>
          </a:prstGeom>
          <a:gradFill>
            <a:gsLst>
              <a:gs pos="0">
                <a:srgbClr val="033C6A"/>
              </a:gs>
              <a:gs pos="22000">
                <a:srgbClr val="033C6A"/>
              </a:gs>
              <a:gs pos="100000">
                <a:srgbClr val="0FAEC8"/>
              </a:gs>
            </a:gsLst>
            <a:lin ang="10800025" scaled="0"/>
          </a:gradFill>
          <a:ln>
            <a:noFill/>
          </a:ln>
        </p:spPr>
        <p:txBody>
          <a:bodyPr anchorCtr="0" anchor="ctr" bIns="45725" lIns="91425" spcFirstLastPara="1" rIns="91425" wrap="square" tIns="45725">
            <a:noAutofit/>
          </a:bodyPr>
          <a:lstStyle/>
          <a:p>
            <a:pPr indent="0" lvl="0" marL="0" marR="0" rtl="0" algn="ctr">
              <a:lnSpc>
                <a:spcPct val="100000"/>
              </a:lnSpc>
              <a:spcBef>
                <a:spcPts val="0"/>
              </a:spcBef>
              <a:spcAft>
                <a:spcPts val="0"/>
              </a:spcAft>
              <a:buNone/>
            </a:pPr>
            <a:r>
              <a:t/>
            </a:r>
            <a:endParaRPr b="0" i="0" sz="1900" u="none" cap="none" strike="noStrike">
              <a:solidFill>
                <a:srgbClr val="FFFFFF"/>
              </a:solidFill>
              <a:latin typeface="Arial"/>
              <a:ea typeface="Arial"/>
              <a:cs typeface="Arial"/>
              <a:sym typeface="Arial"/>
            </a:endParaRPr>
          </a:p>
        </p:txBody>
      </p:sp>
      <p:sp>
        <p:nvSpPr>
          <p:cNvPr id="58" name="Google Shape;58;p10"/>
          <p:cNvSpPr txBox="1"/>
          <p:nvPr>
            <p:ph type="title"/>
          </p:nvPr>
        </p:nvSpPr>
        <p:spPr>
          <a:xfrm>
            <a:off x="448050" y="521475"/>
            <a:ext cx="5486400" cy="1814400"/>
          </a:xfrm>
          <a:prstGeom prst="rect">
            <a:avLst/>
          </a:prstGeom>
        </p:spPr>
        <p:txBody>
          <a:bodyPr anchorCtr="0" anchor="b" bIns="34275" lIns="34275" spcFirstLastPara="1" rIns="34275" wrap="square" tIns="34275">
            <a:noAutofit/>
          </a:bodyPr>
          <a:lstStyle>
            <a:lvl1pPr lvl="0" rtl="0">
              <a:lnSpc>
                <a:spcPct val="100000"/>
              </a:lnSpc>
              <a:spcBef>
                <a:spcPts val="0"/>
              </a:spcBef>
              <a:spcAft>
                <a:spcPts val="0"/>
              </a:spcAft>
              <a:buClr>
                <a:schemeClr val="lt1"/>
              </a:buClr>
              <a:buSzPts val="3200"/>
              <a:buFont typeface="Nunito"/>
              <a:buNone/>
              <a:defRPr>
                <a:solidFill>
                  <a:schemeClr val="lt1"/>
                </a:solidFill>
                <a:latin typeface="Nunito"/>
                <a:ea typeface="Nunito"/>
                <a:cs typeface="Nunito"/>
                <a:sym typeface="Nunito"/>
              </a:defRPr>
            </a:lvl1pPr>
            <a:lvl2pPr lvl="1" rtl="0">
              <a:spcBef>
                <a:spcPts val="0"/>
              </a:spcBef>
              <a:spcAft>
                <a:spcPts val="0"/>
              </a:spcAft>
              <a:buClr>
                <a:schemeClr val="lt1"/>
              </a:buClr>
              <a:buSzPts val="1600"/>
              <a:buNone/>
              <a:defRPr>
                <a:solidFill>
                  <a:schemeClr val="lt1"/>
                </a:solidFill>
              </a:defRPr>
            </a:lvl2pPr>
            <a:lvl3pPr lvl="2" rtl="0">
              <a:spcBef>
                <a:spcPts val="0"/>
              </a:spcBef>
              <a:spcAft>
                <a:spcPts val="0"/>
              </a:spcAft>
              <a:buClr>
                <a:schemeClr val="lt1"/>
              </a:buClr>
              <a:buSzPts val="1600"/>
              <a:buNone/>
              <a:defRPr>
                <a:solidFill>
                  <a:schemeClr val="lt1"/>
                </a:solidFill>
              </a:defRPr>
            </a:lvl3pPr>
            <a:lvl4pPr lvl="3" rtl="0">
              <a:spcBef>
                <a:spcPts val="0"/>
              </a:spcBef>
              <a:spcAft>
                <a:spcPts val="0"/>
              </a:spcAft>
              <a:buClr>
                <a:schemeClr val="lt1"/>
              </a:buClr>
              <a:buSzPts val="1600"/>
              <a:buNone/>
              <a:defRPr>
                <a:solidFill>
                  <a:schemeClr val="lt1"/>
                </a:solidFill>
              </a:defRPr>
            </a:lvl4pPr>
            <a:lvl5pPr lvl="4" rtl="0">
              <a:spcBef>
                <a:spcPts val="0"/>
              </a:spcBef>
              <a:spcAft>
                <a:spcPts val="0"/>
              </a:spcAft>
              <a:buClr>
                <a:schemeClr val="lt1"/>
              </a:buClr>
              <a:buSzPts val="1600"/>
              <a:buNone/>
              <a:defRPr>
                <a:solidFill>
                  <a:schemeClr val="lt1"/>
                </a:solidFill>
              </a:defRPr>
            </a:lvl5pPr>
            <a:lvl6pPr lvl="5" rtl="0">
              <a:spcBef>
                <a:spcPts val="0"/>
              </a:spcBef>
              <a:spcAft>
                <a:spcPts val="0"/>
              </a:spcAft>
              <a:buClr>
                <a:schemeClr val="lt1"/>
              </a:buClr>
              <a:buSzPts val="1600"/>
              <a:buNone/>
              <a:defRPr>
                <a:solidFill>
                  <a:schemeClr val="lt1"/>
                </a:solidFill>
              </a:defRPr>
            </a:lvl6pPr>
            <a:lvl7pPr lvl="6" rtl="0">
              <a:spcBef>
                <a:spcPts val="0"/>
              </a:spcBef>
              <a:spcAft>
                <a:spcPts val="0"/>
              </a:spcAft>
              <a:buClr>
                <a:schemeClr val="lt1"/>
              </a:buClr>
              <a:buSzPts val="1600"/>
              <a:buNone/>
              <a:defRPr>
                <a:solidFill>
                  <a:schemeClr val="lt1"/>
                </a:solidFill>
              </a:defRPr>
            </a:lvl7pPr>
            <a:lvl8pPr lvl="7" rtl="0">
              <a:spcBef>
                <a:spcPts val="0"/>
              </a:spcBef>
              <a:spcAft>
                <a:spcPts val="0"/>
              </a:spcAft>
              <a:buClr>
                <a:schemeClr val="lt1"/>
              </a:buClr>
              <a:buSzPts val="1600"/>
              <a:buNone/>
              <a:defRPr>
                <a:solidFill>
                  <a:schemeClr val="lt1"/>
                </a:solidFill>
              </a:defRPr>
            </a:lvl8pPr>
            <a:lvl9pPr lvl="8" rtl="0">
              <a:spcBef>
                <a:spcPts val="0"/>
              </a:spcBef>
              <a:spcAft>
                <a:spcPts val="0"/>
              </a:spcAft>
              <a:buClr>
                <a:schemeClr val="lt1"/>
              </a:buClr>
              <a:buSzPts val="1600"/>
              <a:buNone/>
              <a:defRPr>
                <a:solidFill>
                  <a:schemeClr val="lt1"/>
                </a:solidFill>
              </a:defRPr>
            </a:lvl9pPr>
          </a:lstStyle>
          <a:p/>
        </p:txBody>
      </p:sp>
      <p:sp>
        <p:nvSpPr>
          <p:cNvPr id="59" name="Google Shape;59;p10"/>
          <p:cNvSpPr txBox="1"/>
          <p:nvPr>
            <p:ph idx="1" type="subTitle"/>
          </p:nvPr>
        </p:nvSpPr>
        <p:spPr>
          <a:xfrm>
            <a:off x="448050" y="2411475"/>
            <a:ext cx="5481300" cy="1863900"/>
          </a:xfrm>
          <a:prstGeom prst="rect">
            <a:avLst/>
          </a:prstGeom>
        </p:spPr>
        <p:txBody>
          <a:bodyPr anchorCtr="0" anchor="t" bIns="34275" lIns="34275" spcFirstLastPara="1" rIns="34275" wrap="square" tIns="34275">
            <a:noAutofit/>
          </a:bodyPr>
          <a:lstStyle>
            <a:lvl1pPr lvl="0" rtl="0">
              <a:lnSpc>
                <a:spcPct val="115000"/>
              </a:lnSpc>
              <a:spcBef>
                <a:spcPts val="800"/>
              </a:spcBef>
              <a:spcAft>
                <a:spcPts val="0"/>
              </a:spcAft>
              <a:buClr>
                <a:schemeClr val="lt1"/>
              </a:buClr>
              <a:buSzPts val="2000"/>
              <a:buNone/>
              <a:defRPr sz="2000">
                <a:solidFill>
                  <a:schemeClr val="lt1"/>
                </a:solidFill>
              </a:defRPr>
            </a:lvl1pPr>
            <a:lvl2pPr lvl="1" rtl="0">
              <a:spcBef>
                <a:spcPts val="800"/>
              </a:spcBef>
              <a:spcAft>
                <a:spcPts val="0"/>
              </a:spcAft>
              <a:buClr>
                <a:schemeClr val="lt1"/>
              </a:buClr>
              <a:buSzPts val="1400"/>
              <a:buNone/>
              <a:defRPr>
                <a:solidFill>
                  <a:schemeClr val="lt1"/>
                </a:solidFill>
              </a:defRPr>
            </a:lvl2pPr>
            <a:lvl3pPr lvl="2" rtl="0">
              <a:spcBef>
                <a:spcPts val="800"/>
              </a:spcBef>
              <a:spcAft>
                <a:spcPts val="0"/>
              </a:spcAft>
              <a:buClr>
                <a:schemeClr val="lt1"/>
              </a:buClr>
              <a:buSzPts val="1400"/>
              <a:buNone/>
              <a:defRPr>
                <a:solidFill>
                  <a:schemeClr val="lt1"/>
                </a:solidFill>
              </a:defRPr>
            </a:lvl3pPr>
            <a:lvl4pPr lvl="3" rtl="0">
              <a:spcBef>
                <a:spcPts val="800"/>
              </a:spcBef>
              <a:spcAft>
                <a:spcPts val="0"/>
              </a:spcAft>
              <a:buClr>
                <a:schemeClr val="lt1"/>
              </a:buClr>
              <a:buSzPts val="1400"/>
              <a:buNone/>
              <a:defRPr>
                <a:solidFill>
                  <a:schemeClr val="lt1"/>
                </a:solidFill>
              </a:defRPr>
            </a:lvl4pPr>
            <a:lvl5pPr lvl="4" rtl="0">
              <a:spcBef>
                <a:spcPts val="800"/>
              </a:spcBef>
              <a:spcAft>
                <a:spcPts val="0"/>
              </a:spcAft>
              <a:buClr>
                <a:schemeClr val="lt1"/>
              </a:buClr>
              <a:buSzPts val="1400"/>
              <a:buNone/>
              <a:defRPr>
                <a:solidFill>
                  <a:schemeClr val="lt1"/>
                </a:solidFill>
              </a:defRPr>
            </a:lvl5pPr>
            <a:lvl6pPr lvl="5" rtl="0">
              <a:spcBef>
                <a:spcPts val="800"/>
              </a:spcBef>
              <a:spcAft>
                <a:spcPts val="0"/>
              </a:spcAft>
              <a:buClr>
                <a:schemeClr val="lt1"/>
              </a:buClr>
              <a:buSzPts val="1200"/>
              <a:buNone/>
              <a:defRPr>
                <a:solidFill>
                  <a:schemeClr val="lt1"/>
                </a:solidFill>
              </a:defRPr>
            </a:lvl6pPr>
            <a:lvl7pPr lvl="6" rtl="0">
              <a:spcBef>
                <a:spcPts val="800"/>
              </a:spcBef>
              <a:spcAft>
                <a:spcPts val="0"/>
              </a:spcAft>
              <a:buClr>
                <a:schemeClr val="lt1"/>
              </a:buClr>
              <a:buSzPts val="1200"/>
              <a:buNone/>
              <a:defRPr>
                <a:solidFill>
                  <a:schemeClr val="lt1"/>
                </a:solidFill>
              </a:defRPr>
            </a:lvl7pPr>
            <a:lvl8pPr lvl="7" rtl="0">
              <a:spcBef>
                <a:spcPts val="800"/>
              </a:spcBef>
              <a:spcAft>
                <a:spcPts val="0"/>
              </a:spcAft>
              <a:buClr>
                <a:schemeClr val="lt1"/>
              </a:buClr>
              <a:buSzPts val="1200"/>
              <a:buNone/>
              <a:defRPr>
                <a:solidFill>
                  <a:schemeClr val="lt1"/>
                </a:solidFill>
              </a:defRPr>
            </a:lvl8pPr>
            <a:lvl9pPr lvl="8" rtl="0">
              <a:spcBef>
                <a:spcPts val="800"/>
              </a:spcBef>
              <a:spcAft>
                <a:spcPts val="0"/>
              </a:spcAft>
              <a:buClr>
                <a:schemeClr val="lt1"/>
              </a:buClr>
              <a:buSzPts val="1200"/>
              <a:buNone/>
              <a:defRPr>
                <a:solidFill>
                  <a:schemeClr val="lt1"/>
                </a:solidFill>
              </a:defRPr>
            </a:lvl9pPr>
          </a:lstStyle>
          <a:p/>
        </p:txBody>
      </p:sp>
      <p:pic>
        <p:nvPicPr>
          <p:cNvPr id="60" name="Google Shape;60;p10"/>
          <p:cNvPicPr preferRelativeResize="0"/>
          <p:nvPr/>
        </p:nvPicPr>
        <p:blipFill rotWithShape="1">
          <a:blip r:embed="rId2">
            <a:alphaModFix amt="7000"/>
          </a:blip>
          <a:srcRect b="10844" l="0" r="38845" t="32646"/>
          <a:stretch/>
        </p:blipFill>
        <p:spPr>
          <a:xfrm>
            <a:off x="4718650" y="-48900"/>
            <a:ext cx="4451351" cy="5192400"/>
          </a:xfrm>
          <a:prstGeom prst="rect">
            <a:avLst/>
          </a:prstGeom>
          <a:noFill/>
          <a:ln>
            <a:noFill/>
          </a:ln>
        </p:spPr>
      </p:pic>
      <p:pic>
        <p:nvPicPr>
          <p:cNvPr id="61" name="Google Shape;61;p10"/>
          <p:cNvPicPr preferRelativeResize="0"/>
          <p:nvPr/>
        </p:nvPicPr>
        <p:blipFill>
          <a:blip r:embed="rId3">
            <a:alphaModFix/>
          </a:blip>
          <a:stretch>
            <a:fillRect/>
          </a:stretch>
        </p:blipFill>
        <p:spPr>
          <a:xfrm>
            <a:off x="7534967" y="198325"/>
            <a:ext cx="1348244" cy="1737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Accent" showMasterSp="0">
  <p:cSld name="PT22_White">
    <p:spTree>
      <p:nvGrpSpPr>
        <p:cNvPr id="62" name="Shape 62"/>
        <p:cNvGrpSpPr/>
        <p:nvPr/>
      </p:nvGrpSpPr>
      <p:grpSpPr>
        <a:xfrm>
          <a:off x="0" y="0"/>
          <a:ext cx="0" cy="0"/>
          <a:chOff x="0" y="0"/>
          <a:chExt cx="0" cy="0"/>
        </a:xfrm>
      </p:grpSpPr>
      <p:pic>
        <p:nvPicPr>
          <p:cNvPr id="63" name="Google Shape;63;p11"/>
          <p:cNvPicPr preferRelativeResize="0"/>
          <p:nvPr/>
        </p:nvPicPr>
        <p:blipFill>
          <a:blip r:embed="rId2">
            <a:alphaModFix/>
          </a:blip>
          <a:stretch>
            <a:fillRect/>
          </a:stretch>
        </p:blipFill>
        <p:spPr>
          <a:xfrm>
            <a:off x="0" y="-4463"/>
            <a:ext cx="9144003" cy="5147963"/>
          </a:xfrm>
          <a:prstGeom prst="rect">
            <a:avLst/>
          </a:prstGeom>
          <a:noFill/>
          <a:ln>
            <a:noFill/>
          </a:ln>
        </p:spPr>
      </p:pic>
      <p:pic>
        <p:nvPicPr>
          <p:cNvPr id="64" name="Google Shape;64;p11"/>
          <p:cNvPicPr preferRelativeResize="0"/>
          <p:nvPr/>
        </p:nvPicPr>
        <p:blipFill>
          <a:blip r:embed="rId3">
            <a:alphaModFix/>
          </a:blip>
          <a:stretch>
            <a:fillRect/>
          </a:stretch>
        </p:blipFill>
        <p:spPr>
          <a:xfrm>
            <a:off x="7534974" y="198325"/>
            <a:ext cx="1348224" cy="1737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Blue">
  <p:cSld name="PT22_Split 4">
    <p:spTree>
      <p:nvGrpSpPr>
        <p:cNvPr id="65" name="Shape 65"/>
        <p:cNvGrpSpPr/>
        <p:nvPr/>
      </p:nvGrpSpPr>
      <p:grpSpPr>
        <a:xfrm>
          <a:off x="0" y="0"/>
          <a:ext cx="0" cy="0"/>
          <a:chOff x="0" y="0"/>
          <a:chExt cx="0" cy="0"/>
        </a:xfrm>
      </p:grpSpPr>
      <p:sp>
        <p:nvSpPr>
          <p:cNvPr id="66" name="Google Shape;66;p12"/>
          <p:cNvSpPr/>
          <p:nvPr/>
        </p:nvSpPr>
        <p:spPr>
          <a:xfrm>
            <a:off x="4572000" y="-36225"/>
            <a:ext cx="4572000" cy="5213400"/>
          </a:xfrm>
          <a:prstGeom prst="rect">
            <a:avLst/>
          </a:prstGeom>
          <a:solidFill>
            <a:schemeClr val="accent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262626"/>
              </a:buClr>
              <a:buSzPts val="1400"/>
              <a:buFont typeface="Calibri"/>
              <a:buNone/>
            </a:pPr>
            <a:r>
              <a:t/>
            </a:r>
            <a:endParaRPr b="0" i="0" sz="1400" u="none" cap="none" strike="noStrike">
              <a:solidFill>
                <a:srgbClr val="262626"/>
              </a:solidFill>
              <a:latin typeface="Calibri"/>
              <a:ea typeface="Calibri"/>
              <a:cs typeface="Calibri"/>
              <a:sym typeface="Calibri"/>
            </a:endParaRPr>
          </a:p>
        </p:txBody>
      </p:sp>
      <p:sp>
        <p:nvSpPr>
          <p:cNvPr id="67" name="Google Shape;67;p12"/>
          <p:cNvSpPr txBox="1"/>
          <p:nvPr>
            <p:ph idx="12" type="sldNum"/>
          </p:nvPr>
        </p:nvSpPr>
        <p:spPr>
          <a:xfrm>
            <a:off x="8439197" y="4819790"/>
            <a:ext cx="444000" cy="207900"/>
          </a:xfrm>
          <a:prstGeom prst="rect">
            <a:avLst/>
          </a:prstGeom>
          <a:solidFill>
            <a:srgbClr val="FFFFFF">
              <a:alpha val="0"/>
            </a:srgbClr>
          </a:solidFill>
          <a:ln>
            <a:noFill/>
          </a:ln>
        </p:spPr>
        <p:txBody>
          <a:bodyPr anchorCtr="0" anchor="ctr" bIns="34275" lIns="34275" spcFirstLastPara="1" rIns="34275" wrap="square" tIns="34275">
            <a:spAutoFit/>
          </a:bodyPr>
          <a:lstStyle>
            <a:lvl1pPr indent="0" lvl="0" marL="0" marR="0" rtl="0" algn="r">
              <a:lnSpc>
                <a:spcPct val="100000"/>
              </a:lnSpc>
              <a:spcBef>
                <a:spcPts val="0"/>
              </a:spcBef>
              <a:spcAft>
                <a:spcPts val="0"/>
              </a:spcAft>
              <a:buClr>
                <a:schemeClr val="lt1"/>
              </a:buClr>
              <a:buSzPts val="900"/>
              <a:buFont typeface="Arial"/>
              <a:buNone/>
              <a:defRPr i="0" sz="900" u="none" cap="none" strike="noStrike">
                <a:solidFill>
                  <a:schemeClr val="lt1"/>
                </a:solidFill>
                <a:latin typeface="Nunito Sans Light"/>
                <a:ea typeface="Nunito Sans Light"/>
                <a:cs typeface="Nunito Sans Light"/>
                <a:sym typeface="Nunito Sans Light"/>
              </a:defRPr>
            </a:lvl1pPr>
            <a:lvl2pPr indent="0" lvl="1" marL="0" marR="0" rtl="0" algn="r">
              <a:lnSpc>
                <a:spcPct val="100000"/>
              </a:lnSpc>
              <a:spcBef>
                <a:spcPts val="0"/>
              </a:spcBef>
              <a:spcAft>
                <a:spcPts val="0"/>
              </a:spcAft>
              <a:buClr>
                <a:schemeClr val="lt1"/>
              </a:buClr>
              <a:buSzPts val="900"/>
              <a:buFont typeface="Arial"/>
              <a:buNone/>
              <a:defRPr i="0" sz="900" u="none" cap="none" strike="noStrike">
                <a:solidFill>
                  <a:schemeClr val="lt1"/>
                </a:solidFill>
                <a:latin typeface="Nunito Sans Light"/>
                <a:ea typeface="Nunito Sans Light"/>
                <a:cs typeface="Nunito Sans Light"/>
                <a:sym typeface="Nunito Sans Light"/>
              </a:defRPr>
            </a:lvl2pPr>
            <a:lvl3pPr indent="0" lvl="2" marL="0" marR="0" rtl="0" algn="r">
              <a:lnSpc>
                <a:spcPct val="100000"/>
              </a:lnSpc>
              <a:spcBef>
                <a:spcPts val="0"/>
              </a:spcBef>
              <a:spcAft>
                <a:spcPts val="0"/>
              </a:spcAft>
              <a:buClr>
                <a:schemeClr val="lt1"/>
              </a:buClr>
              <a:buSzPts val="900"/>
              <a:buFont typeface="Arial"/>
              <a:buNone/>
              <a:defRPr i="0" sz="900" u="none" cap="none" strike="noStrike">
                <a:solidFill>
                  <a:schemeClr val="lt1"/>
                </a:solidFill>
                <a:latin typeface="Nunito Sans Light"/>
                <a:ea typeface="Nunito Sans Light"/>
                <a:cs typeface="Nunito Sans Light"/>
                <a:sym typeface="Nunito Sans Light"/>
              </a:defRPr>
            </a:lvl3pPr>
            <a:lvl4pPr indent="0" lvl="3" marL="0" marR="0" rtl="0" algn="r">
              <a:lnSpc>
                <a:spcPct val="100000"/>
              </a:lnSpc>
              <a:spcBef>
                <a:spcPts val="0"/>
              </a:spcBef>
              <a:spcAft>
                <a:spcPts val="0"/>
              </a:spcAft>
              <a:buClr>
                <a:schemeClr val="lt1"/>
              </a:buClr>
              <a:buSzPts val="900"/>
              <a:buFont typeface="Arial"/>
              <a:buNone/>
              <a:defRPr i="0" sz="900" u="none" cap="none" strike="noStrike">
                <a:solidFill>
                  <a:schemeClr val="lt1"/>
                </a:solidFill>
                <a:latin typeface="Nunito Sans Light"/>
                <a:ea typeface="Nunito Sans Light"/>
                <a:cs typeface="Nunito Sans Light"/>
                <a:sym typeface="Nunito Sans Light"/>
              </a:defRPr>
            </a:lvl4pPr>
            <a:lvl5pPr indent="0" lvl="4" marL="0" marR="0" rtl="0" algn="r">
              <a:lnSpc>
                <a:spcPct val="100000"/>
              </a:lnSpc>
              <a:spcBef>
                <a:spcPts val="0"/>
              </a:spcBef>
              <a:spcAft>
                <a:spcPts val="0"/>
              </a:spcAft>
              <a:buClr>
                <a:schemeClr val="lt1"/>
              </a:buClr>
              <a:buSzPts val="900"/>
              <a:buFont typeface="Arial"/>
              <a:buNone/>
              <a:defRPr i="0" sz="900" u="none" cap="none" strike="noStrike">
                <a:solidFill>
                  <a:schemeClr val="lt1"/>
                </a:solidFill>
                <a:latin typeface="Nunito Sans Light"/>
                <a:ea typeface="Nunito Sans Light"/>
                <a:cs typeface="Nunito Sans Light"/>
                <a:sym typeface="Nunito Sans Light"/>
              </a:defRPr>
            </a:lvl5pPr>
            <a:lvl6pPr indent="0" lvl="5" marL="0" marR="0" rtl="0" algn="r">
              <a:lnSpc>
                <a:spcPct val="100000"/>
              </a:lnSpc>
              <a:spcBef>
                <a:spcPts val="0"/>
              </a:spcBef>
              <a:spcAft>
                <a:spcPts val="0"/>
              </a:spcAft>
              <a:buClr>
                <a:schemeClr val="lt1"/>
              </a:buClr>
              <a:buSzPts val="900"/>
              <a:buFont typeface="Arial"/>
              <a:buNone/>
              <a:defRPr i="0" sz="900" u="none" cap="none" strike="noStrike">
                <a:solidFill>
                  <a:schemeClr val="lt1"/>
                </a:solidFill>
                <a:latin typeface="Nunito Sans Light"/>
                <a:ea typeface="Nunito Sans Light"/>
                <a:cs typeface="Nunito Sans Light"/>
                <a:sym typeface="Nunito Sans Light"/>
              </a:defRPr>
            </a:lvl6pPr>
            <a:lvl7pPr indent="0" lvl="6" marL="0" marR="0" rtl="0" algn="r">
              <a:lnSpc>
                <a:spcPct val="100000"/>
              </a:lnSpc>
              <a:spcBef>
                <a:spcPts val="0"/>
              </a:spcBef>
              <a:spcAft>
                <a:spcPts val="0"/>
              </a:spcAft>
              <a:buClr>
                <a:schemeClr val="lt1"/>
              </a:buClr>
              <a:buSzPts val="900"/>
              <a:buFont typeface="Arial"/>
              <a:buNone/>
              <a:defRPr i="0" sz="900" u="none" cap="none" strike="noStrike">
                <a:solidFill>
                  <a:schemeClr val="lt1"/>
                </a:solidFill>
                <a:latin typeface="Nunito Sans Light"/>
                <a:ea typeface="Nunito Sans Light"/>
                <a:cs typeface="Nunito Sans Light"/>
                <a:sym typeface="Nunito Sans Light"/>
              </a:defRPr>
            </a:lvl7pPr>
            <a:lvl8pPr indent="0" lvl="7" marL="0" marR="0" rtl="0" algn="r">
              <a:lnSpc>
                <a:spcPct val="100000"/>
              </a:lnSpc>
              <a:spcBef>
                <a:spcPts val="0"/>
              </a:spcBef>
              <a:spcAft>
                <a:spcPts val="0"/>
              </a:spcAft>
              <a:buClr>
                <a:schemeClr val="lt1"/>
              </a:buClr>
              <a:buSzPts val="900"/>
              <a:buFont typeface="Arial"/>
              <a:buNone/>
              <a:defRPr i="0" sz="900" u="none" cap="none" strike="noStrike">
                <a:solidFill>
                  <a:schemeClr val="lt1"/>
                </a:solidFill>
                <a:latin typeface="Nunito Sans Light"/>
                <a:ea typeface="Nunito Sans Light"/>
                <a:cs typeface="Nunito Sans Light"/>
                <a:sym typeface="Nunito Sans Light"/>
              </a:defRPr>
            </a:lvl8pPr>
            <a:lvl9pPr indent="0" lvl="8" marL="0" marR="0" rtl="0" algn="r">
              <a:lnSpc>
                <a:spcPct val="100000"/>
              </a:lnSpc>
              <a:spcBef>
                <a:spcPts val="0"/>
              </a:spcBef>
              <a:spcAft>
                <a:spcPts val="0"/>
              </a:spcAft>
              <a:buClr>
                <a:schemeClr val="lt1"/>
              </a:buClr>
              <a:buSzPts val="900"/>
              <a:buFont typeface="Arial"/>
              <a:buNone/>
              <a:defRPr i="0" sz="900" u="none" cap="none" strike="noStrike">
                <a:solidFill>
                  <a:schemeClr val="lt1"/>
                </a:solidFill>
                <a:latin typeface="Nunito Sans Light"/>
                <a:ea typeface="Nunito Sans Light"/>
                <a:cs typeface="Nunito Sans Light"/>
                <a:sym typeface="Nunito Sans Light"/>
              </a:defRPr>
            </a:lvl9pPr>
          </a:lstStyle>
          <a:p>
            <a:pPr indent="0" lvl="0" marL="0" rtl="0" algn="r">
              <a:spcBef>
                <a:spcPts val="0"/>
              </a:spcBef>
              <a:spcAft>
                <a:spcPts val="0"/>
              </a:spcAft>
              <a:buNone/>
            </a:pPr>
            <a:fld id="{00000000-1234-1234-1234-123412341234}" type="slidenum">
              <a:rPr lang="en-US"/>
              <a:t>‹#›</a:t>
            </a:fld>
            <a:endParaRPr/>
          </a:p>
        </p:txBody>
      </p:sp>
      <p:pic>
        <p:nvPicPr>
          <p:cNvPr id="68" name="Google Shape;68;p12"/>
          <p:cNvPicPr preferRelativeResize="0"/>
          <p:nvPr/>
        </p:nvPicPr>
        <p:blipFill>
          <a:blip r:embed="rId2">
            <a:alphaModFix/>
          </a:blip>
          <a:stretch>
            <a:fillRect/>
          </a:stretch>
        </p:blipFill>
        <p:spPr>
          <a:xfrm>
            <a:off x="7534967" y="198325"/>
            <a:ext cx="1348244" cy="1737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Gradient">
  <p:cSld name="PT22_Split 5">
    <p:spTree>
      <p:nvGrpSpPr>
        <p:cNvPr id="69" name="Shape 69"/>
        <p:cNvGrpSpPr/>
        <p:nvPr/>
      </p:nvGrpSpPr>
      <p:grpSpPr>
        <a:xfrm>
          <a:off x="0" y="0"/>
          <a:ext cx="0" cy="0"/>
          <a:chOff x="0" y="0"/>
          <a:chExt cx="0" cy="0"/>
        </a:xfrm>
      </p:grpSpPr>
      <p:sp>
        <p:nvSpPr>
          <p:cNvPr id="70" name="Google Shape;70;p13"/>
          <p:cNvSpPr/>
          <p:nvPr/>
        </p:nvSpPr>
        <p:spPr>
          <a:xfrm flipH="1">
            <a:off x="4572000" y="-48925"/>
            <a:ext cx="4572000" cy="5251500"/>
          </a:xfrm>
          <a:prstGeom prst="rect">
            <a:avLst/>
          </a:prstGeom>
          <a:gradFill>
            <a:gsLst>
              <a:gs pos="0">
                <a:srgbClr val="033C6A"/>
              </a:gs>
              <a:gs pos="100000">
                <a:srgbClr val="0FAEC8"/>
              </a:gs>
            </a:gsLst>
            <a:lin ang="2700006" scaled="0"/>
          </a:gradFill>
          <a:ln>
            <a:noFill/>
          </a:ln>
        </p:spPr>
        <p:txBody>
          <a:bodyPr anchorCtr="0" anchor="ctr" bIns="45725" lIns="91425" spcFirstLastPara="1" rIns="91425" wrap="square" tIns="45725">
            <a:noAutofit/>
          </a:bodyPr>
          <a:lstStyle/>
          <a:p>
            <a:pPr indent="0" lvl="0" marL="0" marR="0" rtl="0" algn="ctr">
              <a:lnSpc>
                <a:spcPct val="100000"/>
              </a:lnSpc>
              <a:spcBef>
                <a:spcPts val="0"/>
              </a:spcBef>
              <a:spcAft>
                <a:spcPts val="0"/>
              </a:spcAft>
              <a:buNone/>
            </a:pPr>
            <a:r>
              <a:t/>
            </a:r>
            <a:endParaRPr b="0" i="0" sz="1900" u="none" cap="none" strike="noStrike">
              <a:solidFill>
                <a:srgbClr val="FFFFFF"/>
              </a:solidFill>
              <a:latin typeface="Arial"/>
              <a:ea typeface="Arial"/>
              <a:cs typeface="Arial"/>
              <a:sym typeface="Arial"/>
            </a:endParaRPr>
          </a:p>
        </p:txBody>
      </p:sp>
      <p:sp>
        <p:nvSpPr>
          <p:cNvPr id="71" name="Google Shape;71;p13"/>
          <p:cNvSpPr txBox="1"/>
          <p:nvPr>
            <p:ph idx="12" type="sldNum"/>
          </p:nvPr>
        </p:nvSpPr>
        <p:spPr>
          <a:xfrm>
            <a:off x="8439197" y="4819790"/>
            <a:ext cx="444000" cy="207900"/>
          </a:xfrm>
          <a:prstGeom prst="rect">
            <a:avLst/>
          </a:prstGeom>
          <a:solidFill>
            <a:srgbClr val="FFFFFF">
              <a:alpha val="0"/>
            </a:srgbClr>
          </a:solidFill>
          <a:ln>
            <a:noFill/>
          </a:ln>
        </p:spPr>
        <p:txBody>
          <a:bodyPr anchorCtr="0" anchor="ctr" bIns="34275" lIns="34275" spcFirstLastPara="1" rIns="34275" wrap="square" tIns="34275">
            <a:spAutoFit/>
          </a:bodyPr>
          <a:lstStyle>
            <a:lvl1pPr indent="0" lvl="0" marL="0" marR="0" rtl="0" algn="r">
              <a:lnSpc>
                <a:spcPct val="100000"/>
              </a:lnSpc>
              <a:spcBef>
                <a:spcPts val="0"/>
              </a:spcBef>
              <a:spcAft>
                <a:spcPts val="0"/>
              </a:spcAft>
              <a:buClr>
                <a:schemeClr val="lt1"/>
              </a:buClr>
              <a:buSzPts val="900"/>
              <a:buFont typeface="Arial"/>
              <a:buNone/>
              <a:defRPr i="0" sz="900" u="none" cap="none" strike="noStrike">
                <a:solidFill>
                  <a:srgbClr val="FFFFFF"/>
                </a:solidFill>
                <a:latin typeface="Nunito Sans Light"/>
                <a:ea typeface="Nunito Sans Light"/>
                <a:cs typeface="Nunito Sans Light"/>
                <a:sym typeface="Nunito Sans Light"/>
              </a:defRPr>
            </a:lvl1pPr>
            <a:lvl2pPr indent="0" lvl="1" marL="0" marR="0" rtl="0" algn="r">
              <a:lnSpc>
                <a:spcPct val="100000"/>
              </a:lnSpc>
              <a:spcBef>
                <a:spcPts val="0"/>
              </a:spcBef>
              <a:spcAft>
                <a:spcPts val="0"/>
              </a:spcAft>
              <a:buClr>
                <a:schemeClr val="lt1"/>
              </a:buClr>
              <a:buSzPts val="900"/>
              <a:buFont typeface="Arial"/>
              <a:buNone/>
              <a:defRPr i="0" sz="900" u="none" cap="none" strike="noStrike">
                <a:solidFill>
                  <a:srgbClr val="FFFFFF"/>
                </a:solidFill>
                <a:latin typeface="Nunito Sans Light"/>
                <a:ea typeface="Nunito Sans Light"/>
                <a:cs typeface="Nunito Sans Light"/>
                <a:sym typeface="Nunito Sans Light"/>
              </a:defRPr>
            </a:lvl2pPr>
            <a:lvl3pPr indent="0" lvl="2" marL="0" marR="0" rtl="0" algn="r">
              <a:lnSpc>
                <a:spcPct val="100000"/>
              </a:lnSpc>
              <a:spcBef>
                <a:spcPts val="0"/>
              </a:spcBef>
              <a:spcAft>
                <a:spcPts val="0"/>
              </a:spcAft>
              <a:buClr>
                <a:schemeClr val="lt1"/>
              </a:buClr>
              <a:buSzPts val="900"/>
              <a:buFont typeface="Arial"/>
              <a:buNone/>
              <a:defRPr i="0" sz="900" u="none" cap="none" strike="noStrike">
                <a:solidFill>
                  <a:srgbClr val="FFFFFF"/>
                </a:solidFill>
                <a:latin typeface="Nunito Sans Light"/>
                <a:ea typeface="Nunito Sans Light"/>
                <a:cs typeface="Nunito Sans Light"/>
                <a:sym typeface="Nunito Sans Light"/>
              </a:defRPr>
            </a:lvl3pPr>
            <a:lvl4pPr indent="0" lvl="3" marL="0" marR="0" rtl="0" algn="r">
              <a:lnSpc>
                <a:spcPct val="100000"/>
              </a:lnSpc>
              <a:spcBef>
                <a:spcPts val="0"/>
              </a:spcBef>
              <a:spcAft>
                <a:spcPts val="0"/>
              </a:spcAft>
              <a:buClr>
                <a:schemeClr val="lt1"/>
              </a:buClr>
              <a:buSzPts val="900"/>
              <a:buFont typeface="Arial"/>
              <a:buNone/>
              <a:defRPr i="0" sz="900" u="none" cap="none" strike="noStrike">
                <a:solidFill>
                  <a:srgbClr val="FFFFFF"/>
                </a:solidFill>
                <a:latin typeface="Nunito Sans Light"/>
                <a:ea typeface="Nunito Sans Light"/>
                <a:cs typeface="Nunito Sans Light"/>
                <a:sym typeface="Nunito Sans Light"/>
              </a:defRPr>
            </a:lvl4pPr>
            <a:lvl5pPr indent="0" lvl="4" marL="0" marR="0" rtl="0" algn="r">
              <a:lnSpc>
                <a:spcPct val="100000"/>
              </a:lnSpc>
              <a:spcBef>
                <a:spcPts val="0"/>
              </a:spcBef>
              <a:spcAft>
                <a:spcPts val="0"/>
              </a:spcAft>
              <a:buClr>
                <a:schemeClr val="lt1"/>
              </a:buClr>
              <a:buSzPts val="900"/>
              <a:buFont typeface="Arial"/>
              <a:buNone/>
              <a:defRPr i="0" sz="900" u="none" cap="none" strike="noStrike">
                <a:solidFill>
                  <a:srgbClr val="FFFFFF"/>
                </a:solidFill>
                <a:latin typeface="Nunito Sans Light"/>
                <a:ea typeface="Nunito Sans Light"/>
                <a:cs typeface="Nunito Sans Light"/>
                <a:sym typeface="Nunito Sans Light"/>
              </a:defRPr>
            </a:lvl5pPr>
            <a:lvl6pPr indent="0" lvl="5" marL="0" marR="0" rtl="0" algn="r">
              <a:lnSpc>
                <a:spcPct val="100000"/>
              </a:lnSpc>
              <a:spcBef>
                <a:spcPts val="0"/>
              </a:spcBef>
              <a:spcAft>
                <a:spcPts val="0"/>
              </a:spcAft>
              <a:buClr>
                <a:schemeClr val="lt1"/>
              </a:buClr>
              <a:buSzPts val="900"/>
              <a:buFont typeface="Arial"/>
              <a:buNone/>
              <a:defRPr i="0" sz="900" u="none" cap="none" strike="noStrike">
                <a:solidFill>
                  <a:srgbClr val="FFFFFF"/>
                </a:solidFill>
                <a:latin typeface="Nunito Sans Light"/>
                <a:ea typeface="Nunito Sans Light"/>
                <a:cs typeface="Nunito Sans Light"/>
                <a:sym typeface="Nunito Sans Light"/>
              </a:defRPr>
            </a:lvl6pPr>
            <a:lvl7pPr indent="0" lvl="6" marL="0" marR="0" rtl="0" algn="r">
              <a:lnSpc>
                <a:spcPct val="100000"/>
              </a:lnSpc>
              <a:spcBef>
                <a:spcPts val="0"/>
              </a:spcBef>
              <a:spcAft>
                <a:spcPts val="0"/>
              </a:spcAft>
              <a:buClr>
                <a:schemeClr val="lt1"/>
              </a:buClr>
              <a:buSzPts val="900"/>
              <a:buFont typeface="Arial"/>
              <a:buNone/>
              <a:defRPr i="0" sz="900" u="none" cap="none" strike="noStrike">
                <a:solidFill>
                  <a:srgbClr val="FFFFFF"/>
                </a:solidFill>
                <a:latin typeface="Nunito Sans Light"/>
                <a:ea typeface="Nunito Sans Light"/>
                <a:cs typeface="Nunito Sans Light"/>
                <a:sym typeface="Nunito Sans Light"/>
              </a:defRPr>
            </a:lvl7pPr>
            <a:lvl8pPr indent="0" lvl="7" marL="0" marR="0" rtl="0" algn="r">
              <a:lnSpc>
                <a:spcPct val="100000"/>
              </a:lnSpc>
              <a:spcBef>
                <a:spcPts val="0"/>
              </a:spcBef>
              <a:spcAft>
                <a:spcPts val="0"/>
              </a:spcAft>
              <a:buClr>
                <a:schemeClr val="lt1"/>
              </a:buClr>
              <a:buSzPts val="900"/>
              <a:buFont typeface="Arial"/>
              <a:buNone/>
              <a:defRPr i="0" sz="900" u="none" cap="none" strike="noStrike">
                <a:solidFill>
                  <a:srgbClr val="FFFFFF"/>
                </a:solidFill>
                <a:latin typeface="Nunito Sans Light"/>
                <a:ea typeface="Nunito Sans Light"/>
                <a:cs typeface="Nunito Sans Light"/>
                <a:sym typeface="Nunito Sans Light"/>
              </a:defRPr>
            </a:lvl8pPr>
            <a:lvl9pPr indent="0" lvl="8" marL="0" marR="0" rtl="0" algn="r">
              <a:lnSpc>
                <a:spcPct val="100000"/>
              </a:lnSpc>
              <a:spcBef>
                <a:spcPts val="0"/>
              </a:spcBef>
              <a:spcAft>
                <a:spcPts val="0"/>
              </a:spcAft>
              <a:buClr>
                <a:schemeClr val="lt1"/>
              </a:buClr>
              <a:buSzPts val="900"/>
              <a:buFont typeface="Arial"/>
              <a:buNone/>
              <a:defRPr i="0" sz="900" u="none" cap="none" strike="noStrike">
                <a:solidFill>
                  <a:srgbClr val="FFFFFF"/>
                </a:solidFill>
                <a:latin typeface="Nunito Sans Light"/>
                <a:ea typeface="Nunito Sans Light"/>
                <a:cs typeface="Nunito Sans Light"/>
                <a:sym typeface="Nunito Sans Light"/>
              </a:defRPr>
            </a:lvl9pPr>
          </a:lstStyle>
          <a:p>
            <a:pPr indent="0" lvl="0" marL="0" rtl="0" algn="r">
              <a:spcBef>
                <a:spcPts val="0"/>
              </a:spcBef>
              <a:spcAft>
                <a:spcPts val="0"/>
              </a:spcAft>
              <a:buNone/>
            </a:pPr>
            <a:fld id="{00000000-1234-1234-1234-123412341234}" type="slidenum">
              <a:rPr lang="en-US"/>
              <a:t>‹#›</a:t>
            </a:fld>
            <a:endParaRPr/>
          </a:p>
        </p:txBody>
      </p:sp>
      <p:pic>
        <p:nvPicPr>
          <p:cNvPr id="72" name="Google Shape;72;p13"/>
          <p:cNvPicPr preferRelativeResize="0"/>
          <p:nvPr/>
        </p:nvPicPr>
        <p:blipFill>
          <a:blip r:embed="rId2">
            <a:alphaModFix/>
          </a:blip>
          <a:stretch>
            <a:fillRect/>
          </a:stretch>
        </p:blipFill>
        <p:spPr>
          <a:xfrm>
            <a:off x="7534967" y="198325"/>
            <a:ext cx="1348244" cy="1737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Gray">
  <p:cSld name="2_PTDC_Split 2">
    <p:spTree>
      <p:nvGrpSpPr>
        <p:cNvPr id="73" name="Shape 73"/>
        <p:cNvGrpSpPr/>
        <p:nvPr/>
      </p:nvGrpSpPr>
      <p:grpSpPr>
        <a:xfrm>
          <a:off x="0" y="0"/>
          <a:ext cx="0" cy="0"/>
          <a:chOff x="0" y="0"/>
          <a:chExt cx="0" cy="0"/>
        </a:xfrm>
      </p:grpSpPr>
      <p:sp>
        <p:nvSpPr>
          <p:cNvPr id="74" name="Google Shape;74;p14"/>
          <p:cNvSpPr/>
          <p:nvPr/>
        </p:nvSpPr>
        <p:spPr>
          <a:xfrm>
            <a:off x="4572000" y="0"/>
            <a:ext cx="4572000" cy="5143500"/>
          </a:xfrm>
          <a:prstGeom prst="rect">
            <a:avLst/>
          </a:prstGeom>
          <a:solidFill>
            <a:schemeClr val="dk2"/>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262626"/>
              </a:buClr>
              <a:buSzPts val="1400"/>
              <a:buFont typeface="Calibri"/>
              <a:buNone/>
            </a:pPr>
            <a:r>
              <a:t/>
            </a:r>
            <a:endParaRPr b="0" i="0" sz="1400" u="none" cap="none" strike="noStrike">
              <a:solidFill>
                <a:schemeClr val="dk2"/>
              </a:solidFill>
              <a:latin typeface="Calibri"/>
              <a:ea typeface="Calibri"/>
              <a:cs typeface="Calibri"/>
              <a:sym typeface="Calibri"/>
            </a:endParaRPr>
          </a:p>
        </p:txBody>
      </p:sp>
      <p:sp>
        <p:nvSpPr>
          <p:cNvPr id="75" name="Google Shape;75;p14"/>
          <p:cNvSpPr txBox="1"/>
          <p:nvPr>
            <p:ph idx="12" type="sldNum"/>
          </p:nvPr>
        </p:nvSpPr>
        <p:spPr>
          <a:xfrm>
            <a:off x="8439197" y="4819790"/>
            <a:ext cx="444000" cy="207900"/>
          </a:xfrm>
          <a:prstGeom prst="rect">
            <a:avLst/>
          </a:prstGeom>
          <a:solidFill>
            <a:srgbClr val="FFFFFF">
              <a:alpha val="0"/>
            </a:srgbClr>
          </a:solidFill>
          <a:ln>
            <a:noFill/>
          </a:ln>
        </p:spPr>
        <p:txBody>
          <a:bodyPr anchorCtr="0" anchor="ctr" bIns="34275" lIns="34275" spcFirstLastPara="1" rIns="34275" wrap="square" tIns="34275">
            <a:spAutoFit/>
          </a:bodyPr>
          <a:lstStyle>
            <a:lvl1pPr indent="0" lvl="0"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1pPr>
            <a:lvl2pPr indent="0" lvl="1"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2pPr>
            <a:lvl3pPr indent="0" lvl="2"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3pPr>
            <a:lvl4pPr indent="0" lvl="3"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4pPr>
            <a:lvl5pPr indent="0" lvl="4"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5pPr>
            <a:lvl6pPr indent="0" lvl="5"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6pPr>
            <a:lvl7pPr indent="0" lvl="6"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7pPr>
            <a:lvl8pPr indent="0" lvl="7"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8pPr>
            <a:lvl9pPr indent="0" lvl="8"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9pPr>
          </a:lstStyle>
          <a:p>
            <a:pPr indent="0" lvl="0" marL="0" rtl="0" algn="r">
              <a:spcBef>
                <a:spcPts val="0"/>
              </a:spcBef>
              <a:spcAft>
                <a:spcPts val="0"/>
              </a:spcAft>
              <a:buNone/>
            </a:pPr>
            <a:fld id="{00000000-1234-1234-1234-123412341234}" type="slidenum">
              <a:rPr lang="en-US"/>
              <a:t>‹#›</a:t>
            </a:fld>
            <a:endParaRPr/>
          </a:p>
        </p:txBody>
      </p:sp>
      <p:pic>
        <p:nvPicPr>
          <p:cNvPr id="76" name="Google Shape;76;p14"/>
          <p:cNvPicPr preferRelativeResize="0"/>
          <p:nvPr/>
        </p:nvPicPr>
        <p:blipFill>
          <a:blip r:embed="rId2">
            <a:alphaModFix/>
          </a:blip>
          <a:stretch>
            <a:fillRect/>
          </a:stretch>
        </p:blipFill>
        <p:spPr>
          <a:xfrm>
            <a:off x="7534974" y="198325"/>
            <a:ext cx="1348224" cy="1737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ro Image">
  <p:cSld name="2_PTDC_Split 2_2">
    <p:spTree>
      <p:nvGrpSpPr>
        <p:cNvPr id="77" name="Shape 77"/>
        <p:cNvGrpSpPr/>
        <p:nvPr/>
      </p:nvGrpSpPr>
      <p:grpSpPr>
        <a:xfrm>
          <a:off x="0" y="0"/>
          <a:ext cx="0" cy="0"/>
          <a:chOff x="0" y="0"/>
          <a:chExt cx="0" cy="0"/>
        </a:xfrm>
      </p:grpSpPr>
      <p:pic>
        <p:nvPicPr>
          <p:cNvPr id="78" name="Google Shape;78;p15"/>
          <p:cNvPicPr preferRelativeResize="0"/>
          <p:nvPr/>
        </p:nvPicPr>
        <p:blipFill>
          <a:blip r:embed="rId2">
            <a:alphaModFix/>
          </a:blip>
          <a:stretch>
            <a:fillRect/>
          </a:stretch>
        </p:blipFill>
        <p:spPr>
          <a:xfrm>
            <a:off x="-84388" y="-56950"/>
            <a:ext cx="9312773" cy="524297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End Slide">
  <p:cSld name="2_PTDC_Split 2_2_1">
    <p:spTree>
      <p:nvGrpSpPr>
        <p:cNvPr id="79" name="Shape 79"/>
        <p:cNvGrpSpPr/>
        <p:nvPr/>
      </p:nvGrpSpPr>
      <p:grpSpPr>
        <a:xfrm>
          <a:off x="0" y="0"/>
          <a:ext cx="0" cy="0"/>
          <a:chOff x="0" y="0"/>
          <a:chExt cx="0" cy="0"/>
        </a:xfrm>
      </p:grpSpPr>
      <p:pic>
        <p:nvPicPr>
          <p:cNvPr id="80" name="Google Shape;80;p16"/>
          <p:cNvPicPr preferRelativeResize="0"/>
          <p:nvPr/>
        </p:nvPicPr>
        <p:blipFill rotWithShape="1">
          <a:blip r:embed="rId2">
            <a:alphaModFix/>
          </a:blip>
          <a:srcRect b="0" l="0" r="20458" t="20325"/>
          <a:stretch/>
        </p:blipFill>
        <p:spPr>
          <a:xfrm>
            <a:off x="-24875" y="-48175"/>
            <a:ext cx="9234575" cy="5207925"/>
          </a:xfrm>
          <a:prstGeom prst="rect">
            <a:avLst/>
          </a:prstGeom>
          <a:noFill/>
          <a:ln>
            <a:noFill/>
          </a:ln>
        </p:spPr>
      </p:pic>
      <p:sp>
        <p:nvSpPr>
          <p:cNvPr id="81" name="Google Shape;81;p16"/>
          <p:cNvSpPr txBox="1"/>
          <p:nvPr>
            <p:ph type="title"/>
          </p:nvPr>
        </p:nvSpPr>
        <p:spPr>
          <a:xfrm>
            <a:off x="1103075" y="1295350"/>
            <a:ext cx="6750300" cy="1705200"/>
          </a:xfrm>
          <a:prstGeom prst="rect">
            <a:avLst/>
          </a:prstGeom>
        </p:spPr>
        <p:txBody>
          <a:bodyPr anchorCtr="0" anchor="t" bIns="34275" lIns="34275" spcFirstLastPara="1" rIns="34275" wrap="square" tIns="34275">
            <a:noAutofit/>
          </a:bodyPr>
          <a:lstStyle>
            <a:lvl1pPr lvl="0" algn="ctr">
              <a:spcBef>
                <a:spcPts val="0"/>
              </a:spcBef>
              <a:spcAft>
                <a:spcPts val="0"/>
              </a:spcAft>
              <a:buClr>
                <a:schemeClr val="lt1"/>
              </a:buClr>
              <a:buSzPts val="3200"/>
              <a:buFont typeface="Nunito"/>
              <a:buNone/>
              <a:defRPr>
                <a:solidFill>
                  <a:schemeClr val="lt1"/>
                </a:solidFill>
                <a:latin typeface="Nunito"/>
                <a:ea typeface="Nunito"/>
                <a:cs typeface="Nunito"/>
                <a:sym typeface="Nunito"/>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pic>
        <p:nvPicPr>
          <p:cNvPr id="82" name="Google Shape;82;p16"/>
          <p:cNvPicPr preferRelativeResize="0"/>
          <p:nvPr/>
        </p:nvPicPr>
        <p:blipFill>
          <a:blip r:embed="rId3">
            <a:alphaModFix/>
          </a:blip>
          <a:stretch>
            <a:fillRect/>
          </a:stretch>
        </p:blipFill>
        <p:spPr>
          <a:xfrm>
            <a:off x="2749675" y="3040572"/>
            <a:ext cx="3722700" cy="480250"/>
          </a:xfrm>
          <a:prstGeom prst="rect">
            <a:avLst/>
          </a:prstGeom>
          <a:noFill/>
          <a:ln>
            <a:noFill/>
          </a:ln>
        </p:spPr>
      </p:pic>
      <p:sp>
        <p:nvSpPr>
          <p:cNvPr id="83" name="Google Shape;83;p16"/>
          <p:cNvSpPr txBox="1"/>
          <p:nvPr/>
        </p:nvSpPr>
        <p:spPr>
          <a:xfrm>
            <a:off x="1179275" y="4036800"/>
            <a:ext cx="6750300" cy="853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8A0C7"/>
                </a:solidFill>
                <a:uFill>
                  <a:noFill/>
                </a:uFill>
                <a:latin typeface="Nunito"/>
                <a:ea typeface="Nunito"/>
                <a:cs typeface="Nunito"/>
                <a:sym typeface="Nunito"/>
                <a:hlinkClick r:id="rId4">
                  <a:extLst>
                    <a:ext uri="{A12FA001-AC4F-418D-AE19-62706E023703}">
                      <ahyp:hlinkClr val="tx"/>
                    </a:ext>
                  </a:extLst>
                </a:hlinkClick>
              </a:rPr>
              <a:t>www.particle41.com</a:t>
            </a:r>
            <a:endParaRPr sz="1800">
              <a:solidFill>
                <a:srgbClr val="18A0C7"/>
              </a:solidFill>
              <a:latin typeface="Nunito"/>
              <a:ea typeface="Nunito"/>
              <a:cs typeface="Nunito"/>
              <a:sym typeface="Nunito"/>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2_PTDC_Split 2_1">
    <p:spTree>
      <p:nvGrpSpPr>
        <p:cNvPr id="84" name="Shape 84"/>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blank">
  <p:cSld name="BLANK">
    <p:spTree>
      <p:nvGrpSpPr>
        <p:cNvPr id="85" name="Shape 85"/>
        <p:cNvGrpSpPr/>
        <p:nvPr/>
      </p:nvGrpSpPr>
      <p:grpSpPr>
        <a:xfrm>
          <a:off x="0" y="0"/>
          <a:ext cx="0" cy="0"/>
          <a:chOff x="0" y="0"/>
          <a:chExt cx="0" cy="0"/>
        </a:xfrm>
      </p:grpSpPr>
      <p:sp>
        <p:nvSpPr>
          <p:cNvPr id="86" name="Google Shape;86;p18"/>
          <p:cNvSpPr txBox="1"/>
          <p:nvPr>
            <p:ph idx="12" type="sldNum"/>
          </p:nvPr>
        </p:nvSpPr>
        <p:spPr>
          <a:xfrm>
            <a:off x="8472458" y="4663217"/>
            <a:ext cx="548700" cy="393600"/>
          </a:xfrm>
          <a:prstGeom prst="rect">
            <a:avLst/>
          </a:prstGeom>
          <a:noFill/>
          <a:ln>
            <a:noFill/>
          </a:ln>
        </p:spPr>
        <p:txBody>
          <a:bodyPr anchorCtr="0" anchor="ctr" bIns="45725" lIns="45725" spcFirstLastPara="1" rIns="45725" wrap="square" tIns="45725">
            <a:noAutofit/>
          </a:bodyPr>
          <a:lstStyle>
            <a:lvl1pPr lvl="0" rtl="0">
              <a:buNone/>
              <a:defRPr sz="700"/>
            </a:lvl1pPr>
            <a:lvl2pPr lvl="1" rtl="0">
              <a:buNone/>
              <a:defRPr sz="700"/>
            </a:lvl2pPr>
            <a:lvl3pPr lvl="2" rtl="0">
              <a:buNone/>
              <a:defRPr sz="700"/>
            </a:lvl3pPr>
            <a:lvl4pPr lvl="3" rtl="0">
              <a:buNone/>
              <a:defRPr sz="700"/>
            </a:lvl4pPr>
            <a:lvl5pPr lvl="4" rtl="0">
              <a:buNone/>
              <a:defRPr sz="700"/>
            </a:lvl5pPr>
            <a:lvl6pPr lvl="5" rtl="0">
              <a:buNone/>
              <a:defRPr sz="700"/>
            </a:lvl6pPr>
            <a:lvl7pPr lvl="6" rtl="0">
              <a:buNone/>
              <a:defRPr sz="700"/>
            </a:lvl7pPr>
            <a:lvl8pPr lvl="7" rtl="0">
              <a:buNone/>
              <a:defRPr sz="700"/>
            </a:lvl8pPr>
            <a:lvl9pPr lvl="8" rtl="0">
              <a:buNone/>
              <a:defRPr sz="700"/>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48056" y="577450"/>
            <a:ext cx="8214600" cy="1251600"/>
          </a:xfrm>
          <a:prstGeom prst="rect">
            <a:avLst/>
          </a:prstGeom>
          <a:noFill/>
          <a:ln>
            <a:noFill/>
          </a:ln>
        </p:spPr>
        <p:txBody>
          <a:bodyPr anchorCtr="0" anchor="ctr" bIns="34275" lIns="34275" spcFirstLastPara="1" rIns="34275" wrap="square" tIns="34275">
            <a:noAutofit/>
          </a:bodyPr>
          <a:lstStyle>
            <a:lvl1pPr lvl="0" marR="0" rtl="0" algn="l">
              <a:lnSpc>
                <a:spcPct val="90000"/>
              </a:lnSpc>
              <a:spcBef>
                <a:spcPts val="0"/>
              </a:spcBef>
              <a:spcAft>
                <a:spcPts val="0"/>
              </a:spcAft>
              <a:buClr>
                <a:schemeClr val="dk1"/>
              </a:buClr>
              <a:buSzPts val="3200"/>
              <a:buFont typeface="Nunito Sans"/>
              <a:buNone/>
              <a:defRPr i="0" sz="3200" u="none" cap="none" strike="noStrike">
                <a:solidFill>
                  <a:schemeClr val="dk1"/>
                </a:solidFill>
                <a:latin typeface="Nunito Sans"/>
                <a:ea typeface="Nunito Sans"/>
                <a:cs typeface="Nunito Sans"/>
                <a:sym typeface="Nunito Sans"/>
              </a:defRPr>
            </a:lvl1pPr>
            <a:lvl2pPr lvl="1" marR="0" rtl="0" algn="l">
              <a:lnSpc>
                <a:spcPct val="90000"/>
              </a:lnSpc>
              <a:spcBef>
                <a:spcPts val="0"/>
              </a:spcBef>
              <a:spcAft>
                <a:spcPts val="0"/>
              </a:spcAft>
              <a:buClr>
                <a:schemeClr val="accent3"/>
              </a:buClr>
              <a:buSzPts val="1600"/>
              <a:buFont typeface="Nunito"/>
              <a:buNone/>
              <a:defRPr i="0" sz="1600" u="none" cap="none" strike="noStrike">
                <a:solidFill>
                  <a:schemeClr val="accent3"/>
                </a:solidFill>
                <a:latin typeface="Nunito"/>
                <a:ea typeface="Nunito"/>
                <a:cs typeface="Nunito"/>
                <a:sym typeface="Nunito"/>
              </a:defRPr>
            </a:lvl2pPr>
            <a:lvl3pPr lvl="2" marR="0" rtl="0" algn="l">
              <a:lnSpc>
                <a:spcPct val="90000"/>
              </a:lnSpc>
              <a:spcBef>
                <a:spcPts val="0"/>
              </a:spcBef>
              <a:spcAft>
                <a:spcPts val="0"/>
              </a:spcAft>
              <a:buClr>
                <a:schemeClr val="accent3"/>
              </a:buClr>
              <a:buSzPts val="1600"/>
              <a:buFont typeface="Nunito"/>
              <a:buNone/>
              <a:defRPr i="0" sz="1600" u="none" cap="none" strike="noStrike">
                <a:solidFill>
                  <a:schemeClr val="accent3"/>
                </a:solidFill>
                <a:latin typeface="Nunito"/>
                <a:ea typeface="Nunito"/>
                <a:cs typeface="Nunito"/>
                <a:sym typeface="Nunito"/>
              </a:defRPr>
            </a:lvl3pPr>
            <a:lvl4pPr lvl="3" marR="0" rtl="0" algn="l">
              <a:lnSpc>
                <a:spcPct val="90000"/>
              </a:lnSpc>
              <a:spcBef>
                <a:spcPts val="0"/>
              </a:spcBef>
              <a:spcAft>
                <a:spcPts val="0"/>
              </a:spcAft>
              <a:buClr>
                <a:schemeClr val="accent3"/>
              </a:buClr>
              <a:buSzPts val="1600"/>
              <a:buFont typeface="Nunito"/>
              <a:buNone/>
              <a:defRPr i="0" sz="1600" u="none" cap="none" strike="noStrike">
                <a:solidFill>
                  <a:schemeClr val="accent3"/>
                </a:solidFill>
                <a:latin typeface="Nunito"/>
                <a:ea typeface="Nunito"/>
                <a:cs typeface="Nunito"/>
                <a:sym typeface="Nunito"/>
              </a:defRPr>
            </a:lvl4pPr>
            <a:lvl5pPr lvl="4" marR="0" rtl="0" algn="l">
              <a:lnSpc>
                <a:spcPct val="90000"/>
              </a:lnSpc>
              <a:spcBef>
                <a:spcPts val="0"/>
              </a:spcBef>
              <a:spcAft>
                <a:spcPts val="0"/>
              </a:spcAft>
              <a:buClr>
                <a:schemeClr val="accent3"/>
              </a:buClr>
              <a:buSzPts val="1600"/>
              <a:buFont typeface="Nunito"/>
              <a:buNone/>
              <a:defRPr i="0" sz="1600" u="none" cap="none" strike="noStrike">
                <a:solidFill>
                  <a:schemeClr val="accent3"/>
                </a:solidFill>
                <a:latin typeface="Nunito"/>
                <a:ea typeface="Nunito"/>
                <a:cs typeface="Nunito"/>
                <a:sym typeface="Nunito"/>
              </a:defRPr>
            </a:lvl5pPr>
            <a:lvl6pPr lvl="5" marR="0" rtl="0" algn="l">
              <a:lnSpc>
                <a:spcPct val="90000"/>
              </a:lnSpc>
              <a:spcBef>
                <a:spcPts val="0"/>
              </a:spcBef>
              <a:spcAft>
                <a:spcPts val="0"/>
              </a:spcAft>
              <a:buClr>
                <a:schemeClr val="accent3"/>
              </a:buClr>
              <a:buSzPts val="1600"/>
              <a:buFont typeface="Nunito"/>
              <a:buNone/>
              <a:defRPr i="0" sz="1600" u="none" cap="none" strike="noStrike">
                <a:solidFill>
                  <a:schemeClr val="accent3"/>
                </a:solidFill>
                <a:latin typeface="Nunito"/>
                <a:ea typeface="Nunito"/>
                <a:cs typeface="Nunito"/>
                <a:sym typeface="Nunito"/>
              </a:defRPr>
            </a:lvl6pPr>
            <a:lvl7pPr lvl="6" marR="0" rtl="0" algn="l">
              <a:lnSpc>
                <a:spcPct val="90000"/>
              </a:lnSpc>
              <a:spcBef>
                <a:spcPts val="0"/>
              </a:spcBef>
              <a:spcAft>
                <a:spcPts val="0"/>
              </a:spcAft>
              <a:buClr>
                <a:schemeClr val="accent3"/>
              </a:buClr>
              <a:buSzPts val="1600"/>
              <a:buFont typeface="Nunito"/>
              <a:buNone/>
              <a:defRPr i="0" sz="1600" u="none" cap="none" strike="noStrike">
                <a:solidFill>
                  <a:schemeClr val="accent3"/>
                </a:solidFill>
                <a:latin typeface="Nunito"/>
                <a:ea typeface="Nunito"/>
                <a:cs typeface="Nunito"/>
                <a:sym typeface="Nunito"/>
              </a:defRPr>
            </a:lvl7pPr>
            <a:lvl8pPr lvl="7" marR="0" rtl="0" algn="l">
              <a:lnSpc>
                <a:spcPct val="90000"/>
              </a:lnSpc>
              <a:spcBef>
                <a:spcPts val="0"/>
              </a:spcBef>
              <a:spcAft>
                <a:spcPts val="0"/>
              </a:spcAft>
              <a:buClr>
                <a:schemeClr val="accent3"/>
              </a:buClr>
              <a:buSzPts val="1600"/>
              <a:buFont typeface="Nunito"/>
              <a:buNone/>
              <a:defRPr i="0" sz="1600" u="none" cap="none" strike="noStrike">
                <a:solidFill>
                  <a:schemeClr val="accent3"/>
                </a:solidFill>
                <a:latin typeface="Nunito"/>
                <a:ea typeface="Nunito"/>
                <a:cs typeface="Nunito"/>
                <a:sym typeface="Nunito"/>
              </a:defRPr>
            </a:lvl8pPr>
            <a:lvl9pPr lvl="8" marR="0" rtl="0" algn="l">
              <a:lnSpc>
                <a:spcPct val="90000"/>
              </a:lnSpc>
              <a:spcBef>
                <a:spcPts val="0"/>
              </a:spcBef>
              <a:spcAft>
                <a:spcPts val="0"/>
              </a:spcAft>
              <a:buClr>
                <a:schemeClr val="accent3"/>
              </a:buClr>
              <a:buSzPts val="1600"/>
              <a:buFont typeface="Nunito"/>
              <a:buNone/>
              <a:defRPr i="0" sz="1600" u="none" cap="none" strike="noStrike">
                <a:solidFill>
                  <a:schemeClr val="accent3"/>
                </a:solidFill>
                <a:latin typeface="Nunito"/>
                <a:ea typeface="Nunito"/>
                <a:cs typeface="Nunito"/>
                <a:sym typeface="Nunito"/>
              </a:defRPr>
            </a:lvl9pPr>
          </a:lstStyle>
          <a:p/>
        </p:txBody>
      </p:sp>
      <p:sp>
        <p:nvSpPr>
          <p:cNvPr id="7" name="Google Shape;7;p1"/>
          <p:cNvSpPr txBox="1"/>
          <p:nvPr>
            <p:ph idx="1" type="body"/>
          </p:nvPr>
        </p:nvSpPr>
        <p:spPr>
          <a:xfrm>
            <a:off x="5103812" y="1828800"/>
            <a:ext cx="3581400" cy="3314700"/>
          </a:xfrm>
          <a:prstGeom prst="rect">
            <a:avLst/>
          </a:prstGeom>
          <a:noFill/>
          <a:ln>
            <a:noFill/>
          </a:ln>
        </p:spPr>
        <p:txBody>
          <a:bodyPr anchorCtr="0" anchor="t" bIns="34275" lIns="34275" spcFirstLastPara="1" rIns="34275" wrap="square" tIns="34275">
            <a:noAutofit/>
          </a:bodyPr>
          <a:lstStyle>
            <a:lvl1pPr indent="-228600" lvl="0" marL="457200" marR="0" rtl="0" algn="l">
              <a:lnSpc>
                <a:spcPct val="90000"/>
              </a:lnSpc>
              <a:spcBef>
                <a:spcPts val="800"/>
              </a:spcBef>
              <a:spcAft>
                <a:spcPts val="0"/>
              </a:spcAft>
              <a:buClr>
                <a:schemeClr val="dk1"/>
              </a:buClr>
              <a:buSzPts val="1400"/>
              <a:buFont typeface="Nunito"/>
              <a:buNone/>
              <a:defRPr i="0" sz="1400" u="none" cap="none" strike="noStrike">
                <a:solidFill>
                  <a:schemeClr val="dk1"/>
                </a:solidFill>
                <a:latin typeface="Nunito"/>
                <a:ea typeface="Nunito"/>
                <a:cs typeface="Nunito"/>
                <a:sym typeface="Nunito"/>
              </a:defRPr>
            </a:lvl1pPr>
            <a:lvl2pPr indent="-228600" lvl="1" marL="914400" marR="0" rtl="0" algn="l">
              <a:lnSpc>
                <a:spcPct val="90000"/>
              </a:lnSpc>
              <a:spcBef>
                <a:spcPts val="800"/>
              </a:spcBef>
              <a:spcAft>
                <a:spcPts val="0"/>
              </a:spcAft>
              <a:buClr>
                <a:schemeClr val="dk1"/>
              </a:buClr>
              <a:buSzPts val="1400"/>
              <a:buFont typeface="Nunito"/>
              <a:buNone/>
              <a:defRPr i="0" sz="1400" u="none" cap="none" strike="noStrike">
                <a:solidFill>
                  <a:schemeClr val="dk1"/>
                </a:solidFill>
                <a:latin typeface="Nunito"/>
                <a:ea typeface="Nunito"/>
                <a:cs typeface="Nunito"/>
                <a:sym typeface="Nunito"/>
              </a:defRPr>
            </a:lvl2pPr>
            <a:lvl3pPr indent="-228600" lvl="2" marL="1371600" marR="0" rtl="0" algn="l">
              <a:lnSpc>
                <a:spcPct val="90000"/>
              </a:lnSpc>
              <a:spcBef>
                <a:spcPts val="800"/>
              </a:spcBef>
              <a:spcAft>
                <a:spcPts val="0"/>
              </a:spcAft>
              <a:buClr>
                <a:schemeClr val="dk1"/>
              </a:buClr>
              <a:buSzPts val="1400"/>
              <a:buFont typeface="Nunito"/>
              <a:buNone/>
              <a:defRPr i="0" sz="1400" u="none" cap="none" strike="noStrike">
                <a:solidFill>
                  <a:schemeClr val="dk1"/>
                </a:solidFill>
                <a:latin typeface="Nunito"/>
                <a:ea typeface="Nunito"/>
                <a:cs typeface="Nunito"/>
                <a:sym typeface="Nunito"/>
              </a:defRPr>
            </a:lvl3pPr>
            <a:lvl4pPr indent="-228600" lvl="3" marL="1828800" marR="0" rtl="0" algn="l">
              <a:lnSpc>
                <a:spcPct val="90000"/>
              </a:lnSpc>
              <a:spcBef>
                <a:spcPts val="800"/>
              </a:spcBef>
              <a:spcAft>
                <a:spcPts val="0"/>
              </a:spcAft>
              <a:buClr>
                <a:schemeClr val="dk1"/>
              </a:buClr>
              <a:buSzPts val="1400"/>
              <a:buFont typeface="Nunito"/>
              <a:buNone/>
              <a:defRPr i="0" sz="1400" u="none" cap="none" strike="noStrike">
                <a:solidFill>
                  <a:schemeClr val="dk1"/>
                </a:solidFill>
                <a:latin typeface="Nunito"/>
                <a:ea typeface="Nunito"/>
                <a:cs typeface="Nunito"/>
                <a:sym typeface="Nunito"/>
              </a:defRPr>
            </a:lvl4pPr>
            <a:lvl5pPr indent="-228600" lvl="4" marL="2286000" marR="0" rtl="0" algn="l">
              <a:lnSpc>
                <a:spcPct val="90000"/>
              </a:lnSpc>
              <a:spcBef>
                <a:spcPts val="800"/>
              </a:spcBef>
              <a:spcAft>
                <a:spcPts val="0"/>
              </a:spcAft>
              <a:buClr>
                <a:schemeClr val="dk1"/>
              </a:buClr>
              <a:buSzPts val="1400"/>
              <a:buFont typeface="Nunito"/>
              <a:buNone/>
              <a:defRPr i="0" sz="1400" u="none" cap="none" strike="noStrike">
                <a:solidFill>
                  <a:schemeClr val="dk1"/>
                </a:solidFill>
                <a:latin typeface="Nunito"/>
                <a:ea typeface="Nunito"/>
                <a:cs typeface="Nunito"/>
                <a:sym typeface="Nunito"/>
              </a:defRPr>
            </a:lvl5pPr>
            <a:lvl6pPr indent="-304800" lvl="5" marL="2743200" marR="0" rtl="0" algn="l">
              <a:lnSpc>
                <a:spcPct val="90000"/>
              </a:lnSpc>
              <a:spcBef>
                <a:spcPts val="800"/>
              </a:spcBef>
              <a:spcAft>
                <a:spcPts val="0"/>
              </a:spcAft>
              <a:buClr>
                <a:schemeClr val="dk1"/>
              </a:buClr>
              <a:buSzPts val="1200"/>
              <a:buFont typeface="Nunito"/>
              <a:buChar char="•"/>
              <a:defRPr i="0" sz="1200" u="none" cap="none" strike="noStrike">
                <a:solidFill>
                  <a:schemeClr val="dk1"/>
                </a:solidFill>
                <a:latin typeface="Nunito"/>
                <a:ea typeface="Nunito"/>
                <a:cs typeface="Nunito"/>
                <a:sym typeface="Nunito"/>
              </a:defRPr>
            </a:lvl6pPr>
            <a:lvl7pPr indent="-304800" lvl="6" marL="3200400" marR="0" rtl="0" algn="l">
              <a:lnSpc>
                <a:spcPct val="90000"/>
              </a:lnSpc>
              <a:spcBef>
                <a:spcPts val="800"/>
              </a:spcBef>
              <a:spcAft>
                <a:spcPts val="0"/>
              </a:spcAft>
              <a:buClr>
                <a:schemeClr val="dk1"/>
              </a:buClr>
              <a:buSzPts val="1200"/>
              <a:buFont typeface="Nunito"/>
              <a:buChar char="•"/>
              <a:defRPr i="0" sz="1200" u="none" cap="none" strike="noStrike">
                <a:solidFill>
                  <a:schemeClr val="dk1"/>
                </a:solidFill>
                <a:latin typeface="Nunito"/>
                <a:ea typeface="Nunito"/>
                <a:cs typeface="Nunito"/>
                <a:sym typeface="Nunito"/>
              </a:defRPr>
            </a:lvl7pPr>
            <a:lvl8pPr indent="-304800" lvl="7" marL="3657600" marR="0" rtl="0" algn="l">
              <a:lnSpc>
                <a:spcPct val="90000"/>
              </a:lnSpc>
              <a:spcBef>
                <a:spcPts val="800"/>
              </a:spcBef>
              <a:spcAft>
                <a:spcPts val="0"/>
              </a:spcAft>
              <a:buClr>
                <a:schemeClr val="dk1"/>
              </a:buClr>
              <a:buSzPts val="1200"/>
              <a:buFont typeface="Nunito"/>
              <a:buChar char="•"/>
              <a:defRPr i="0" sz="1200" u="none" cap="none" strike="noStrike">
                <a:solidFill>
                  <a:schemeClr val="dk1"/>
                </a:solidFill>
                <a:latin typeface="Nunito"/>
                <a:ea typeface="Nunito"/>
                <a:cs typeface="Nunito"/>
                <a:sym typeface="Nunito"/>
              </a:defRPr>
            </a:lvl8pPr>
            <a:lvl9pPr indent="-304800" lvl="8" marL="4114800" marR="0" rtl="0" algn="l">
              <a:lnSpc>
                <a:spcPct val="90000"/>
              </a:lnSpc>
              <a:spcBef>
                <a:spcPts val="800"/>
              </a:spcBef>
              <a:spcAft>
                <a:spcPts val="0"/>
              </a:spcAft>
              <a:buClr>
                <a:schemeClr val="dk1"/>
              </a:buClr>
              <a:buSzPts val="1200"/>
              <a:buFont typeface="Nunito"/>
              <a:buChar char="•"/>
              <a:defRPr i="0" sz="1200" u="none" cap="none" strike="noStrike">
                <a:solidFill>
                  <a:schemeClr val="dk1"/>
                </a:solidFill>
                <a:latin typeface="Nunito"/>
                <a:ea typeface="Nunito"/>
                <a:cs typeface="Nunito"/>
                <a:sym typeface="Nunito"/>
              </a:defRPr>
            </a:lvl9pPr>
          </a:lstStyle>
          <a:p/>
        </p:txBody>
      </p:sp>
      <p:sp>
        <p:nvSpPr>
          <p:cNvPr id="8" name="Google Shape;8;p1"/>
          <p:cNvSpPr txBox="1"/>
          <p:nvPr>
            <p:ph idx="12" type="sldNum"/>
          </p:nvPr>
        </p:nvSpPr>
        <p:spPr>
          <a:xfrm>
            <a:off x="8439197" y="4819790"/>
            <a:ext cx="444000" cy="207900"/>
          </a:xfrm>
          <a:prstGeom prst="rect">
            <a:avLst/>
          </a:prstGeom>
          <a:solidFill>
            <a:srgbClr val="FFFFFF">
              <a:alpha val="0"/>
            </a:srgbClr>
          </a:solidFill>
          <a:ln>
            <a:noFill/>
          </a:ln>
        </p:spPr>
        <p:txBody>
          <a:bodyPr anchorCtr="0" anchor="ctr" bIns="34275" lIns="34275" spcFirstLastPara="1" rIns="34275" wrap="square" tIns="34275">
            <a:spAutoFit/>
          </a:bodyPr>
          <a:lstStyle>
            <a:lvl1pPr indent="0" lvl="0"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1pPr>
            <a:lvl2pPr indent="0" lvl="1"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2pPr>
            <a:lvl3pPr indent="0" lvl="2"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3pPr>
            <a:lvl4pPr indent="0" lvl="3"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4pPr>
            <a:lvl5pPr indent="0" lvl="4"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5pPr>
            <a:lvl6pPr indent="0" lvl="5"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6pPr>
            <a:lvl7pPr indent="0" lvl="6"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7pPr>
            <a:lvl8pPr indent="0" lvl="7"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8pPr>
            <a:lvl9pPr indent="0" lvl="8" marL="0" marR="0" rtl="0" algn="r">
              <a:lnSpc>
                <a:spcPct val="100000"/>
              </a:lnSpc>
              <a:spcBef>
                <a:spcPts val="0"/>
              </a:spcBef>
              <a:spcAft>
                <a:spcPts val="0"/>
              </a:spcAft>
              <a:buClr>
                <a:schemeClr val="lt1"/>
              </a:buClr>
              <a:buSzPts val="900"/>
              <a:buFont typeface="Arial"/>
              <a:buNone/>
              <a:defRPr i="0" sz="900" u="none" cap="none" strike="noStrike">
                <a:solidFill>
                  <a:schemeClr val="lt2"/>
                </a:solidFill>
                <a:latin typeface="Nunito Sans Light"/>
                <a:ea typeface="Nunito Sans Light"/>
                <a:cs typeface="Nunito Sans Light"/>
                <a:sym typeface="Nunito Sans Light"/>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7.png"/><Relationship Id="rId11" Type="http://schemas.openxmlformats.org/officeDocument/2006/relationships/image" Target="../media/image18.png"/><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20.png"/><Relationship Id="rId6" Type="http://schemas.openxmlformats.org/officeDocument/2006/relationships/image" Target="../media/image12.png"/><Relationship Id="rId7" Type="http://schemas.openxmlformats.org/officeDocument/2006/relationships/image" Target="../media/image14.png"/><Relationship Id="rId8" Type="http://schemas.openxmlformats.org/officeDocument/2006/relationships/image" Target="../media/image11.png"/><Relationship Id="rId9" Type="http://schemas.openxmlformats.org/officeDocument/2006/relationships/image" Target="../media/image15.png"/><Relationship Id="rId10" Type="http://schemas.openxmlformats.org/officeDocument/2006/relationships/image" Target="../media/image21.png"/><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22.png"/><Relationship Id="rId6" Type="http://schemas.openxmlformats.org/officeDocument/2006/relationships/image" Target="../media/image19.png"/><Relationship Id="rId7" Type="http://schemas.openxmlformats.org/officeDocument/2006/relationships/image" Target="../media/image23.png"/><Relationship Id="rId8" Type="http://schemas.openxmlformats.org/officeDocument/2006/relationships/image" Target="../media/image11.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image" Target="../media/image15.png"/><Relationship Id="rId12" Type="http://schemas.openxmlformats.org/officeDocument/2006/relationships/image" Target="../media/image16.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7.png"/><Relationship Id="rId3" Type="http://schemas.openxmlformats.org/officeDocument/2006/relationships/image" Target="../media/image23.png"/><Relationship Id="rId4" Type="http://schemas.openxmlformats.org/officeDocument/2006/relationships/image" Target="../media/image11.png"/><Relationship Id="rId5" Type="http://schemas.openxmlformats.org/officeDocument/2006/relationships/image" Target="../media/image13.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 Id="rId10" Type="http://schemas.openxmlformats.org/officeDocument/2006/relationships/image" Target="../media/image32.png"/><Relationship Id="rId11" Type="http://schemas.openxmlformats.org/officeDocument/2006/relationships/image" Target="../media/image33.png"/><Relationship Id="rId12" Type="http://schemas.openxmlformats.org/officeDocument/2006/relationships/image" Target="../media/image34.png"/><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5.png"/><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nvSpPr>
        <p:spPr>
          <a:xfrm>
            <a:off x="428628" y="1521225"/>
            <a:ext cx="4422900" cy="2813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2500"/>
              </a:spcBef>
              <a:spcAft>
                <a:spcPts val="0"/>
              </a:spcAft>
              <a:buClr>
                <a:schemeClr val="lt1"/>
              </a:buClr>
              <a:buSzPts val="2400"/>
              <a:buFont typeface="Arial"/>
              <a:buNone/>
            </a:pPr>
            <a:r>
              <a:rPr b="1" lang="en-US" sz="3600">
                <a:solidFill>
                  <a:schemeClr val="lt1"/>
                </a:solidFill>
                <a:latin typeface="Nunito"/>
                <a:ea typeface="Nunito"/>
                <a:cs typeface="Nunito"/>
                <a:sym typeface="Nunito"/>
              </a:rPr>
              <a:t>FixFast on AWS</a:t>
            </a:r>
            <a:endParaRPr b="1" sz="3600">
              <a:solidFill>
                <a:schemeClr val="lt1"/>
              </a:solidFill>
              <a:latin typeface="Nunito"/>
              <a:ea typeface="Nunito"/>
              <a:cs typeface="Nunito"/>
              <a:sym typeface="Nunito"/>
            </a:endParaRPr>
          </a:p>
          <a:p>
            <a:pPr indent="0" lvl="0" marL="0" marR="0" rtl="0" algn="l">
              <a:lnSpc>
                <a:spcPct val="100000"/>
              </a:lnSpc>
              <a:spcBef>
                <a:spcPts val="1000"/>
              </a:spcBef>
              <a:spcAft>
                <a:spcPts val="0"/>
              </a:spcAft>
              <a:buClr>
                <a:schemeClr val="lt1"/>
              </a:buClr>
              <a:buSzPts val="2400"/>
              <a:buFont typeface="Arial"/>
              <a:buNone/>
            </a:pPr>
            <a:r>
              <a:rPr lang="en-US" sz="2000">
                <a:solidFill>
                  <a:schemeClr val="accent2"/>
                </a:solidFill>
                <a:latin typeface="Nunito Medium"/>
                <a:ea typeface="Nunito Medium"/>
                <a:cs typeface="Nunito Medium"/>
                <a:sym typeface="Nunito Medium"/>
              </a:rPr>
              <a:t>Proposed architecture for bookings, photo uploads and notifications</a:t>
            </a:r>
            <a:endParaRPr i="0" sz="2000" u="none" cap="none" strike="noStrike">
              <a:solidFill>
                <a:schemeClr val="accent2"/>
              </a:solidFill>
              <a:latin typeface="Nunito Medium"/>
              <a:ea typeface="Nunito Medium"/>
              <a:cs typeface="Nunito Medium"/>
              <a:sym typeface="Nunito Medium"/>
            </a:endParaRPr>
          </a:p>
        </p:txBody>
      </p:sp>
      <p:sp>
        <p:nvSpPr>
          <p:cNvPr id="92" name="Google Shape;92;p19"/>
          <p:cNvSpPr txBox="1"/>
          <p:nvPr>
            <p:ph idx="12" type="sldNum"/>
          </p:nvPr>
        </p:nvSpPr>
        <p:spPr>
          <a:xfrm>
            <a:off x="8439197" y="4819790"/>
            <a:ext cx="444000" cy="207900"/>
          </a:xfrm>
          <a:prstGeom prst="rect">
            <a:avLst/>
          </a:prstGeom>
        </p:spPr>
        <p:txBody>
          <a:bodyPr anchorCtr="0" anchor="ctr" bIns="34275" lIns="34275" spcFirstLastPara="1" rIns="34275" wrap="square" tIns="34275">
            <a:spAutoFit/>
          </a:bodyPr>
          <a:lstStyle/>
          <a:p>
            <a:pPr indent="0" lvl="0" marL="0" rtl="0" algn="r">
              <a:spcBef>
                <a:spcPts val="0"/>
              </a:spcBef>
              <a:spcAft>
                <a:spcPts val="0"/>
              </a:spcAft>
              <a:buClr>
                <a:schemeClr val="lt1"/>
              </a:buClr>
              <a:buSzPts val="900"/>
              <a:buFont typeface="Arial"/>
              <a:buNone/>
            </a:pPr>
            <a:fld id="{00000000-1234-1234-1234-123412341234}" type="slidenum">
              <a:rPr lang="en-US"/>
              <a:t>‹#›</a:t>
            </a:fld>
            <a:endParaRPr/>
          </a:p>
        </p:txBody>
      </p:sp>
      <p:cxnSp>
        <p:nvCxnSpPr>
          <p:cNvPr id="93" name="Google Shape;93;p19"/>
          <p:cNvCxnSpPr/>
          <p:nvPr/>
        </p:nvCxnSpPr>
        <p:spPr>
          <a:xfrm>
            <a:off x="557800" y="4032575"/>
            <a:ext cx="373800" cy="0"/>
          </a:xfrm>
          <a:prstGeom prst="straightConnector1">
            <a:avLst/>
          </a:prstGeom>
          <a:noFill/>
          <a:ln cap="flat" cmpd="sng" w="9525">
            <a:solidFill>
              <a:schemeClr val="dk1"/>
            </a:solidFill>
            <a:prstDash val="solid"/>
            <a:round/>
            <a:headEnd len="sm" w="sm" type="none"/>
            <a:tailEnd len="med" w="med" type="triangle"/>
          </a:ln>
        </p:spPr>
      </p:cxnSp>
      <p:grpSp>
        <p:nvGrpSpPr>
          <p:cNvPr id="94" name="Google Shape;94;p19"/>
          <p:cNvGrpSpPr/>
          <p:nvPr/>
        </p:nvGrpSpPr>
        <p:grpSpPr>
          <a:xfrm>
            <a:off x="428619" y="3242138"/>
            <a:ext cx="851400" cy="410100"/>
            <a:chOff x="944144" y="4483438"/>
            <a:chExt cx="851400" cy="410100"/>
          </a:xfrm>
        </p:grpSpPr>
        <p:sp>
          <p:nvSpPr>
            <p:cNvPr id="95" name="Google Shape;95;p19"/>
            <p:cNvSpPr/>
            <p:nvPr/>
          </p:nvSpPr>
          <p:spPr>
            <a:xfrm flipH="1" rot="-5400000">
              <a:off x="1164794" y="4262788"/>
              <a:ext cx="410100" cy="851400"/>
            </a:xfrm>
            <a:prstGeom prst="roundRect">
              <a:avLst>
                <a:gd fmla="val 50000" name="adj"/>
              </a:avLst>
            </a:prstGeom>
            <a:gradFill>
              <a:gsLst>
                <a:gs pos="0">
                  <a:srgbClr val="0FAEC8"/>
                </a:gs>
                <a:gs pos="100000">
                  <a:srgbClr val="16DFEA"/>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89"/>
                <a:buFont typeface="Arial"/>
                <a:buNone/>
              </a:pPr>
              <a:r>
                <a:t/>
              </a:r>
              <a:endParaRPr b="0" i="0" sz="2489" u="none" cap="none" strike="noStrike">
                <a:solidFill>
                  <a:srgbClr val="FFFFFF"/>
                </a:solidFill>
                <a:latin typeface="Arial"/>
                <a:ea typeface="Arial"/>
                <a:cs typeface="Arial"/>
                <a:sym typeface="Arial"/>
              </a:endParaRPr>
            </a:p>
          </p:txBody>
        </p:sp>
        <p:cxnSp>
          <p:nvCxnSpPr>
            <p:cNvPr id="96" name="Google Shape;96;p19"/>
            <p:cNvCxnSpPr/>
            <p:nvPr/>
          </p:nvCxnSpPr>
          <p:spPr>
            <a:xfrm>
              <a:off x="1097950" y="4688050"/>
              <a:ext cx="517500" cy="300"/>
            </a:xfrm>
            <a:prstGeom prst="straightConnector1">
              <a:avLst/>
            </a:prstGeom>
            <a:noFill/>
            <a:ln cap="flat" cmpd="sng" w="28575">
              <a:solidFill>
                <a:srgbClr val="FFFFFF"/>
              </a:solidFill>
              <a:prstDash val="solid"/>
              <a:round/>
              <a:headEnd len="sm" w="sm" type="none"/>
              <a:tailEnd len="med" w="med" type="triangle"/>
            </a:ln>
          </p:spPr>
        </p:cxn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1179275" y="1295350"/>
            <a:ext cx="6750300" cy="853500"/>
          </a:xfrm>
          <a:prstGeom prst="rect">
            <a:avLst/>
          </a:prstGeom>
        </p:spPr>
        <p:txBody>
          <a:bodyPr anchorCtr="0" anchor="t" bIns="34275" lIns="34275" spcFirstLastPara="1" rIns="34275" wrap="square" tIns="34275">
            <a:noAutofit/>
          </a:bodyPr>
          <a:lstStyle/>
          <a:p>
            <a:pPr indent="0" lvl="0" marL="0" rtl="0" algn="ctr">
              <a:spcBef>
                <a:spcPts val="0"/>
              </a:spcBef>
              <a:spcAft>
                <a:spcPts val="0"/>
              </a:spcAft>
              <a:buNone/>
            </a:pPr>
            <a:r>
              <a:rPr lang="en-US" sz="5300"/>
              <a:t>Questions?</a:t>
            </a:r>
            <a:endParaRPr sz="530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8056" y="274320"/>
            <a:ext cx="6858000" cy="457200"/>
          </a:xfrm>
        </p:spPr>
        <p:txBody>
          <a:bodyPr lIns="0" rIns="0" tIns="0" bIns="0" anchor="t" wrap="square"/>
          <a:lstStyle/>
          <a:p>
            <a:pPr algn="l"/>
            <a:r>
              <a:rPr sz="2600" b="1">
                <a:solidFill>
                  <a:srgbClr val="0D3C72"/>
                </a:solidFill>
                <a:latin typeface="Nunito"/>
              </a:rPr>
              <a:t>The big picture</a:t>
            </a:r>
          </a:p>
        </p:txBody>
      </p:sp>
      <p:sp>
        <p:nvSpPr>
          <p:cNvPr id="3" name="Subtitle"/>
          <p:cNvSpPr txBox="1"/>
          <p:nvPr/>
        </p:nvSpPr>
        <p:spPr>
          <a:xfrm>
            <a:off x="448056" y="731520"/>
            <a:ext cx="6949440" cy="274320"/>
          </a:xfrm>
          <a:prstGeom prst="rect">
            <a:avLst/>
          </a:prstGeom>
          <a:noFill/>
        </p:spPr>
        <p:txBody>
          <a:bodyPr wrap="square" lIns="0" rIns="0" tIns="0" bIns="0" anchor="t">
            <a:spAutoFit/>
          </a:bodyPr>
          <a:lstStyle/>
          <a:p>
            <a:pPr algn="l"/>
            <a:r>
              <a:rPr sz="1300" b="1" i="0">
                <a:solidFill>
                  <a:srgbClr val="0092BC"/>
                </a:solidFill>
                <a:latin typeface="Nunito"/>
              </a:rPr>
              <a:t>Customers book in seconds; confirmations follow in the background</a:t>
            </a:r>
          </a:p>
        </p:txBody>
      </p:sp>
      <p:sp>
        <p:nvSpPr>
          <p:cNvPr id="4" name="tile-Customers &amp; staff"/>
          <p:cNvSpPr/>
          <p:nvPr/>
        </p:nvSpPr>
        <p:spPr>
          <a:xfrm>
            <a:off x="457200" y="1600200"/>
            <a:ext cx="1371600" cy="1188720"/>
          </a:xfrm>
          <a:prstGeom prst="roundRect">
            <a:avLst>
              <a:gd name="adj" fmla="val 10000"/>
            </a:avLst>
          </a:prstGeom>
          <a:solidFill>
            <a:srgbClr val="FFFFFF"/>
          </a:solidFill>
          <a:ln w="9525">
            <a:solidFill>
              <a:srgbClr val="D9DDE1"/>
            </a:solidFill>
          </a:ln>
          <a:effectLst/>
        </p:spPr>
        <p:txBody>
          <a:bodyPr rtlCol="0" anchor="ctr"/>
          <a:lstStyle/>
          <a:p/>
        </p:txBody>
      </p:sp>
      <p:pic>
        <p:nvPicPr>
          <p:cNvPr id="5" name="icon-Customers &amp; staff" descr="users.png"/>
          <p:cNvPicPr>
            <a:picLocks noChangeAspect="1"/>
          </p:cNvPicPr>
          <p:nvPr/>
        </p:nvPicPr>
        <p:blipFill>
          <a:blip r:embed="rId2"/>
          <a:stretch>
            <a:fillRect/>
          </a:stretch>
        </p:blipFill>
        <p:spPr>
          <a:xfrm>
            <a:off x="937259" y="1728216"/>
            <a:ext cx="411480" cy="411480"/>
          </a:xfrm>
          <a:prstGeom prst="rect">
            <a:avLst/>
          </a:prstGeom>
        </p:spPr>
      </p:pic>
      <p:sp>
        <p:nvSpPr>
          <p:cNvPr id="6" name="label-Customers &amp; staff"/>
          <p:cNvSpPr txBox="1"/>
          <p:nvPr/>
        </p:nvSpPr>
        <p:spPr>
          <a:xfrm>
            <a:off x="512064" y="2212848"/>
            <a:ext cx="1261872" cy="521208"/>
          </a:xfrm>
          <a:prstGeom prst="rect">
            <a:avLst/>
          </a:prstGeom>
          <a:noFill/>
        </p:spPr>
        <p:txBody>
          <a:bodyPr wrap="square" lIns="0" rIns="0" tIns="0" bIns="0" anchor="t">
            <a:spAutoFit/>
          </a:bodyPr>
          <a:lstStyle/>
          <a:p>
            <a:pPr algn="ctr"/>
            <a:r>
              <a:rPr sz="1200" b="1" i="0">
                <a:solidFill>
                  <a:srgbClr val="14161D"/>
                </a:solidFill>
                <a:latin typeface="Nunito"/>
              </a:rPr>
              <a:t>Customers &amp; staff</a:t>
            </a:r>
          </a:p>
          <a:p>
            <a:pPr algn="ctr"/>
            <a:r>
              <a:rPr sz="1000" b="0" i="0">
                <a:solidFill>
                  <a:srgbClr val="808285"/>
                </a:solidFill>
                <a:latin typeface="Nunito"/>
              </a:rPr>
              <a:t>Sign in with Google</a:t>
            </a:r>
          </a:p>
        </p:txBody>
      </p:sp>
      <p:sp>
        <p:nvSpPr>
          <p:cNvPr id="7" name="tile-Website"/>
          <p:cNvSpPr/>
          <p:nvPr/>
        </p:nvSpPr>
        <p:spPr>
          <a:xfrm>
            <a:off x="2194560" y="1600200"/>
            <a:ext cx="1371600" cy="1188720"/>
          </a:xfrm>
          <a:prstGeom prst="roundRect">
            <a:avLst>
              <a:gd name="adj" fmla="val 10000"/>
            </a:avLst>
          </a:prstGeom>
          <a:solidFill>
            <a:srgbClr val="FFFFFF"/>
          </a:solidFill>
          <a:ln w="9525">
            <a:solidFill>
              <a:srgbClr val="D9DDE1"/>
            </a:solidFill>
          </a:ln>
          <a:effectLst/>
        </p:spPr>
        <p:txBody>
          <a:bodyPr rtlCol="0" anchor="ctr"/>
          <a:lstStyle/>
          <a:p/>
        </p:txBody>
      </p:sp>
      <p:pic>
        <p:nvPicPr>
          <p:cNvPr id="8" name="icon-Website" descr="cloudfront.png"/>
          <p:cNvPicPr>
            <a:picLocks noChangeAspect="1"/>
          </p:cNvPicPr>
          <p:nvPr/>
        </p:nvPicPr>
        <p:blipFill>
          <a:blip r:embed="rId3"/>
          <a:stretch>
            <a:fillRect/>
          </a:stretch>
        </p:blipFill>
        <p:spPr>
          <a:xfrm>
            <a:off x="2674620" y="1728216"/>
            <a:ext cx="411480" cy="411480"/>
          </a:xfrm>
          <a:prstGeom prst="rect">
            <a:avLst/>
          </a:prstGeom>
        </p:spPr>
      </p:pic>
      <p:sp>
        <p:nvSpPr>
          <p:cNvPr id="9" name="label-Website"/>
          <p:cNvSpPr txBox="1"/>
          <p:nvPr/>
        </p:nvSpPr>
        <p:spPr>
          <a:xfrm>
            <a:off x="2249424" y="2212848"/>
            <a:ext cx="1261872" cy="521208"/>
          </a:xfrm>
          <a:prstGeom prst="rect">
            <a:avLst/>
          </a:prstGeom>
          <a:noFill/>
        </p:spPr>
        <p:txBody>
          <a:bodyPr wrap="square" lIns="0" rIns="0" tIns="0" bIns="0" anchor="t">
            <a:spAutoFit/>
          </a:bodyPr>
          <a:lstStyle/>
          <a:p>
            <a:pPr algn="ctr"/>
            <a:r>
              <a:rPr sz="1200" b="1" i="0">
                <a:solidFill>
                  <a:srgbClr val="14161D"/>
                </a:solidFill>
                <a:latin typeface="Nunito"/>
              </a:rPr>
              <a:t>Website</a:t>
            </a:r>
          </a:p>
          <a:p>
            <a:pPr algn="ctr"/>
            <a:r>
              <a:rPr sz="1000" b="0" i="0">
                <a:solidFill>
                  <a:srgbClr val="808285"/>
                </a:solidFill>
                <a:latin typeface="Nunito"/>
              </a:rPr>
              <a:t>React app</a:t>
            </a:r>
          </a:p>
        </p:txBody>
      </p:sp>
      <p:sp>
        <p:nvSpPr>
          <p:cNvPr id="10" name="tile-Backend API"/>
          <p:cNvSpPr/>
          <p:nvPr/>
        </p:nvSpPr>
        <p:spPr>
          <a:xfrm>
            <a:off x="3931920" y="1600200"/>
            <a:ext cx="1371600" cy="1188720"/>
          </a:xfrm>
          <a:prstGeom prst="roundRect">
            <a:avLst>
              <a:gd name="adj" fmla="val 10000"/>
            </a:avLst>
          </a:prstGeom>
          <a:solidFill>
            <a:srgbClr val="FFFFFF"/>
          </a:solidFill>
          <a:ln w="9525">
            <a:solidFill>
              <a:srgbClr val="D9DDE1"/>
            </a:solidFill>
          </a:ln>
          <a:effectLst/>
        </p:spPr>
        <p:txBody>
          <a:bodyPr rtlCol="0" anchor="ctr"/>
          <a:lstStyle/>
          <a:p/>
        </p:txBody>
      </p:sp>
      <p:pic>
        <p:nvPicPr>
          <p:cNvPr id="11" name="icon-Backend API" descr="fargate.png"/>
          <p:cNvPicPr>
            <a:picLocks noChangeAspect="1"/>
          </p:cNvPicPr>
          <p:nvPr/>
        </p:nvPicPr>
        <p:blipFill>
          <a:blip r:embed="rId4"/>
          <a:stretch>
            <a:fillRect/>
          </a:stretch>
        </p:blipFill>
        <p:spPr>
          <a:xfrm>
            <a:off x="4411980" y="1728216"/>
            <a:ext cx="411480" cy="411480"/>
          </a:xfrm>
          <a:prstGeom prst="rect">
            <a:avLst/>
          </a:prstGeom>
        </p:spPr>
      </p:pic>
      <p:sp>
        <p:nvSpPr>
          <p:cNvPr id="12" name="label-Backend API"/>
          <p:cNvSpPr txBox="1"/>
          <p:nvPr/>
        </p:nvSpPr>
        <p:spPr>
          <a:xfrm>
            <a:off x="3986783" y="2212848"/>
            <a:ext cx="1261872" cy="521208"/>
          </a:xfrm>
          <a:prstGeom prst="rect">
            <a:avLst/>
          </a:prstGeom>
          <a:noFill/>
        </p:spPr>
        <p:txBody>
          <a:bodyPr wrap="square" lIns="0" rIns="0" tIns="0" bIns="0" anchor="t">
            <a:spAutoFit/>
          </a:bodyPr>
          <a:lstStyle/>
          <a:p>
            <a:pPr algn="ctr"/>
            <a:r>
              <a:rPr sz="1200" b="1" i="0">
                <a:solidFill>
                  <a:srgbClr val="14161D"/>
                </a:solidFill>
                <a:latin typeface="Nunito"/>
              </a:rPr>
              <a:t>Backend API</a:t>
            </a:r>
          </a:p>
          <a:p>
            <a:pPr algn="ctr"/>
            <a:r>
              <a:rPr sz="1000" b="0" i="0">
                <a:solidFill>
                  <a:srgbClr val="808285"/>
                </a:solidFill>
                <a:latin typeface="Nunito"/>
              </a:rPr>
              <a:t>Node.js</a:t>
            </a:r>
          </a:p>
        </p:txBody>
      </p:sp>
      <p:sp>
        <p:nvSpPr>
          <p:cNvPr id="13" name="card-Photo storage"/>
          <p:cNvSpPr/>
          <p:nvPr/>
        </p:nvSpPr>
        <p:spPr>
          <a:xfrm>
            <a:off x="6035040" y="1417320"/>
            <a:ext cx="2651760" cy="749808"/>
          </a:xfrm>
          <a:prstGeom prst="roundRect">
            <a:avLst>
              <a:gd name="adj" fmla="val 12000"/>
            </a:avLst>
          </a:prstGeom>
          <a:solidFill>
            <a:srgbClr val="FFFFFF"/>
          </a:solidFill>
          <a:ln w="9525">
            <a:solidFill>
              <a:srgbClr val="D9DDE1"/>
            </a:solidFill>
          </a:ln>
          <a:effectLst/>
        </p:spPr>
        <p:txBody>
          <a:bodyPr rtlCol="0" anchor="ctr"/>
          <a:lstStyle/>
          <a:p/>
        </p:txBody>
      </p:sp>
      <p:pic>
        <p:nvPicPr>
          <p:cNvPr id="14" name="icon-Photo storage" descr="s3.png"/>
          <p:cNvPicPr>
            <a:picLocks noChangeAspect="1"/>
          </p:cNvPicPr>
          <p:nvPr/>
        </p:nvPicPr>
        <p:blipFill>
          <a:blip r:embed="rId5"/>
          <a:stretch>
            <a:fillRect/>
          </a:stretch>
        </p:blipFill>
        <p:spPr>
          <a:xfrm>
            <a:off x="6108192" y="1586484"/>
            <a:ext cx="411480" cy="411480"/>
          </a:xfrm>
          <a:prstGeom prst="rect">
            <a:avLst/>
          </a:prstGeom>
        </p:spPr>
      </p:pic>
      <p:sp>
        <p:nvSpPr>
          <p:cNvPr id="15" name="label-Photo storage"/>
          <p:cNvSpPr txBox="1"/>
          <p:nvPr/>
        </p:nvSpPr>
        <p:spPr>
          <a:xfrm>
            <a:off x="6592824" y="1472184"/>
            <a:ext cx="2048256" cy="658368"/>
          </a:xfrm>
          <a:prstGeom prst="rect">
            <a:avLst/>
          </a:prstGeom>
          <a:noFill/>
        </p:spPr>
        <p:txBody>
          <a:bodyPr wrap="square" lIns="0" rIns="0" tIns="0" bIns="0" anchor="ctr">
            <a:spAutoFit/>
          </a:bodyPr>
          <a:lstStyle/>
          <a:p>
            <a:pPr algn="l"/>
            <a:r>
              <a:rPr sz="1200" b="1" i="0">
                <a:solidFill>
                  <a:srgbClr val="14161D"/>
                </a:solidFill>
                <a:latin typeface="Nunito"/>
              </a:rPr>
              <a:t>Photo storage</a:t>
            </a:r>
          </a:p>
          <a:p>
            <a:pPr algn="l"/>
            <a:r>
              <a:rPr sz="1000" b="0" i="0">
                <a:solidFill>
                  <a:srgbClr val="808285"/>
                </a:solidFill>
                <a:latin typeface="Nunito"/>
              </a:rPr>
              <a:t>Private bucket</a:t>
            </a:r>
          </a:p>
        </p:txBody>
      </p:sp>
      <p:sp>
        <p:nvSpPr>
          <p:cNvPr id="16" name="card-Database"/>
          <p:cNvSpPr/>
          <p:nvPr/>
        </p:nvSpPr>
        <p:spPr>
          <a:xfrm>
            <a:off x="6035040" y="2331720"/>
            <a:ext cx="2651760" cy="749808"/>
          </a:xfrm>
          <a:prstGeom prst="roundRect">
            <a:avLst>
              <a:gd name="adj" fmla="val 12000"/>
            </a:avLst>
          </a:prstGeom>
          <a:solidFill>
            <a:srgbClr val="FFFFFF"/>
          </a:solidFill>
          <a:ln w="9525">
            <a:solidFill>
              <a:srgbClr val="D9DDE1"/>
            </a:solidFill>
          </a:ln>
          <a:effectLst/>
        </p:spPr>
        <p:txBody>
          <a:bodyPr rtlCol="0" anchor="ctr"/>
          <a:lstStyle/>
          <a:p/>
        </p:txBody>
      </p:sp>
      <p:pic>
        <p:nvPicPr>
          <p:cNvPr id="17" name="icon-Database" descr="rds.png"/>
          <p:cNvPicPr>
            <a:picLocks noChangeAspect="1"/>
          </p:cNvPicPr>
          <p:nvPr/>
        </p:nvPicPr>
        <p:blipFill>
          <a:blip r:embed="rId6"/>
          <a:stretch>
            <a:fillRect/>
          </a:stretch>
        </p:blipFill>
        <p:spPr>
          <a:xfrm>
            <a:off x="6108192" y="2500884"/>
            <a:ext cx="411480" cy="411480"/>
          </a:xfrm>
          <a:prstGeom prst="rect">
            <a:avLst/>
          </a:prstGeom>
        </p:spPr>
      </p:pic>
      <p:sp>
        <p:nvSpPr>
          <p:cNvPr id="18" name="label-Database"/>
          <p:cNvSpPr txBox="1"/>
          <p:nvPr/>
        </p:nvSpPr>
        <p:spPr>
          <a:xfrm>
            <a:off x="6592824" y="2386584"/>
            <a:ext cx="2048256" cy="658368"/>
          </a:xfrm>
          <a:prstGeom prst="rect">
            <a:avLst/>
          </a:prstGeom>
          <a:noFill/>
        </p:spPr>
        <p:txBody>
          <a:bodyPr wrap="square" lIns="0" rIns="0" tIns="0" bIns="0" anchor="ctr">
            <a:spAutoFit/>
          </a:bodyPr>
          <a:lstStyle/>
          <a:p>
            <a:pPr algn="l"/>
            <a:r>
              <a:rPr sz="1200" b="1" i="0">
                <a:solidFill>
                  <a:srgbClr val="14161D"/>
                </a:solidFill>
                <a:latin typeface="Nunito"/>
              </a:rPr>
              <a:t>Database</a:t>
            </a:r>
          </a:p>
          <a:p>
            <a:pPr algn="l"/>
            <a:r>
              <a:rPr sz="1000" b="0" i="0">
                <a:solidFill>
                  <a:srgbClr val="808285"/>
                </a:solidFill>
                <a:latin typeface="Nunito"/>
              </a:rPr>
              <a:t>PostgreSQL</a:t>
            </a:r>
          </a:p>
        </p:txBody>
      </p:sp>
      <p:cxnSp>
        <p:nvCxnSpPr>
          <p:cNvPr id="19" name="Connector 18"/>
          <p:cNvCxnSpPr/>
          <p:nvPr/>
        </p:nvCxnSpPr>
        <p:spPr>
          <a:xfrm>
            <a:off x="1828800" y="2194560"/>
            <a:ext cx="365760" cy="0"/>
          </a:xfrm>
          <a:prstGeom prst="line">
            <a:avLst/>
          </a:prstGeom>
          <a:ln w="19050">
            <a:solidFill>
              <a:srgbClr val="0D3C72"/>
            </a:solidFill>
            <a:tailEnd type="triangle" w="med" len="med"/>
          </a:ln>
        </p:spPr>
      </p:cxnSp>
      <p:cxnSp>
        <p:nvCxnSpPr>
          <p:cNvPr id="20" name="Connector 19"/>
          <p:cNvCxnSpPr/>
          <p:nvPr/>
        </p:nvCxnSpPr>
        <p:spPr>
          <a:xfrm>
            <a:off x="3566160" y="2194560"/>
            <a:ext cx="365760" cy="0"/>
          </a:xfrm>
          <a:prstGeom prst="line">
            <a:avLst/>
          </a:prstGeom>
          <a:ln w="19050">
            <a:solidFill>
              <a:srgbClr val="0D3C72"/>
            </a:solidFill>
            <a:tailEnd type="triangle" w="med" len="med"/>
          </a:ln>
        </p:spPr>
      </p:cxnSp>
      <p:cxnSp>
        <p:nvCxnSpPr>
          <p:cNvPr id="21" name="api-db-0"/>
          <p:cNvCxnSpPr/>
          <p:nvPr/>
        </p:nvCxnSpPr>
        <p:spPr>
          <a:xfrm>
            <a:off x="5303520" y="2706624"/>
            <a:ext cx="731520" cy="0"/>
          </a:xfrm>
          <a:prstGeom prst="line">
            <a:avLst/>
          </a:prstGeom>
          <a:ln w="19050">
            <a:solidFill>
              <a:srgbClr val="0D3C72"/>
            </a:solidFill>
            <a:tailEnd type="triangle" w="med" len="med"/>
          </a:ln>
        </p:spPr>
      </p:cxnSp>
      <p:sp>
        <p:nvSpPr>
          <p:cNvPr id="22" name="TextBox 21"/>
          <p:cNvSpPr txBox="1"/>
          <p:nvPr/>
        </p:nvSpPr>
        <p:spPr>
          <a:xfrm>
            <a:off x="5349240" y="2432304"/>
            <a:ext cx="685800" cy="228600"/>
          </a:xfrm>
          <a:prstGeom prst="rect">
            <a:avLst/>
          </a:prstGeom>
          <a:noFill/>
        </p:spPr>
        <p:txBody>
          <a:bodyPr wrap="square" lIns="0" rIns="0" tIns="0" bIns="0" anchor="t">
            <a:spAutoFit/>
          </a:bodyPr>
          <a:lstStyle/>
          <a:p>
            <a:pPr algn="ctr"/>
            <a:r>
              <a:rPr sz="1000" b="0" i="0">
                <a:solidFill>
                  <a:srgbClr val="808285"/>
                </a:solidFill>
                <a:latin typeface="Nunito"/>
              </a:rPr>
              <a:t>save</a:t>
            </a:r>
          </a:p>
        </p:txBody>
      </p:sp>
      <p:cxnSp>
        <p:nvCxnSpPr>
          <p:cNvPr id="23" name="photo-0"/>
          <p:cNvCxnSpPr/>
          <p:nvPr/>
        </p:nvCxnSpPr>
        <p:spPr>
          <a:xfrm flipV="1">
            <a:off x="2880360" y="1298448"/>
            <a:ext cx="0" cy="301752"/>
          </a:xfrm>
          <a:prstGeom prst="line">
            <a:avLst/>
          </a:prstGeom>
          <a:ln w="19050">
            <a:solidFill>
              <a:srgbClr val="0092BC"/>
            </a:solidFill>
          </a:ln>
        </p:spPr>
      </p:cxnSp>
      <p:cxnSp>
        <p:nvCxnSpPr>
          <p:cNvPr id="24" name="photo-1"/>
          <p:cNvCxnSpPr/>
          <p:nvPr/>
        </p:nvCxnSpPr>
        <p:spPr>
          <a:xfrm>
            <a:off x="2880360" y="1298448"/>
            <a:ext cx="3703320" cy="0"/>
          </a:xfrm>
          <a:prstGeom prst="line">
            <a:avLst/>
          </a:prstGeom>
          <a:ln w="19050">
            <a:solidFill>
              <a:srgbClr val="0092BC"/>
            </a:solidFill>
          </a:ln>
        </p:spPr>
      </p:cxnSp>
      <p:cxnSp>
        <p:nvCxnSpPr>
          <p:cNvPr id="25" name="photo-2"/>
          <p:cNvCxnSpPr/>
          <p:nvPr/>
        </p:nvCxnSpPr>
        <p:spPr>
          <a:xfrm>
            <a:off x="6583680" y="1298448"/>
            <a:ext cx="0" cy="118872"/>
          </a:xfrm>
          <a:prstGeom prst="line">
            <a:avLst/>
          </a:prstGeom>
          <a:ln w="19050">
            <a:solidFill>
              <a:srgbClr val="0092BC"/>
            </a:solidFill>
            <a:tailEnd type="triangle" w="med" len="med"/>
          </a:ln>
        </p:spPr>
      </p:cxnSp>
      <p:sp>
        <p:nvSpPr>
          <p:cNvPr id="26" name="TextBox 25"/>
          <p:cNvSpPr txBox="1"/>
          <p:nvPr/>
        </p:nvSpPr>
        <p:spPr>
          <a:xfrm>
            <a:off x="3566160" y="1078992"/>
            <a:ext cx="2377440" cy="201168"/>
          </a:xfrm>
          <a:prstGeom prst="rect">
            <a:avLst/>
          </a:prstGeom>
          <a:noFill/>
        </p:spPr>
        <p:txBody>
          <a:bodyPr wrap="square" lIns="0" rIns="0" tIns="0" bIns="0" anchor="t">
            <a:spAutoFit/>
          </a:bodyPr>
          <a:lstStyle/>
          <a:p>
            <a:pPr algn="ctr"/>
            <a:r>
              <a:rPr sz="1000" b="0" i="0">
                <a:solidFill>
                  <a:srgbClr val="0092BC"/>
                </a:solidFill>
                <a:latin typeface="Nunito"/>
              </a:rPr>
              <a:t>photo upload (signed link)</a:t>
            </a:r>
          </a:p>
        </p:txBody>
      </p:sp>
      <p:cxnSp>
        <p:nvCxnSpPr>
          <p:cNvPr id="27" name="api-queue-0"/>
          <p:cNvCxnSpPr/>
          <p:nvPr/>
        </p:nvCxnSpPr>
        <p:spPr>
          <a:xfrm>
            <a:off x="4617720" y="2788920"/>
            <a:ext cx="0" cy="640080"/>
          </a:xfrm>
          <a:prstGeom prst="line">
            <a:avLst/>
          </a:prstGeom>
          <a:ln w="19050">
            <a:solidFill>
              <a:srgbClr val="05ACC8"/>
            </a:solidFill>
            <a:prstDash val="lgDash"/>
            <a:tailEnd type="triangle" w="med" len="med"/>
          </a:ln>
        </p:spPr>
      </p:cxnSp>
      <p:sp>
        <p:nvSpPr>
          <p:cNvPr id="28" name="TextBox 27"/>
          <p:cNvSpPr txBox="1"/>
          <p:nvPr/>
        </p:nvSpPr>
        <p:spPr>
          <a:xfrm>
            <a:off x="4709160" y="2926080"/>
            <a:ext cx="822960" cy="228600"/>
          </a:xfrm>
          <a:prstGeom prst="rect">
            <a:avLst/>
          </a:prstGeom>
          <a:noFill/>
        </p:spPr>
        <p:txBody>
          <a:bodyPr wrap="square" lIns="0" rIns="0" tIns="0" bIns="0" anchor="t">
            <a:spAutoFit/>
          </a:bodyPr>
          <a:lstStyle/>
          <a:p>
            <a:pPr algn="l"/>
            <a:r>
              <a:rPr sz="1000" b="0" i="0">
                <a:solidFill>
                  <a:srgbClr val="05ACC8"/>
                </a:solidFill>
                <a:latin typeface="Nunito"/>
              </a:rPr>
              <a:t>job</a:t>
            </a:r>
          </a:p>
        </p:txBody>
      </p:sp>
      <p:sp>
        <p:nvSpPr>
          <p:cNvPr id="29" name="tile-Job queue"/>
          <p:cNvSpPr/>
          <p:nvPr/>
        </p:nvSpPr>
        <p:spPr>
          <a:xfrm>
            <a:off x="3931920" y="3429000"/>
            <a:ext cx="1371600" cy="1097280"/>
          </a:xfrm>
          <a:prstGeom prst="roundRect">
            <a:avLst>
              <a:gd name="adj" fmla="val 10000"/>
            </a:avLst>
          </a:prstGeom>
          <a:solidFill>
            <a:srgbClr val="FFFFFF"/>
          </a:solidFill>
          <a:ln w="9525">
            <a:solidFill>
              <a:srgbClr val="D9DDE1"/>
            </a:solidFill>
          </a:ln>
          <a:effectLst/>
        </p:spPr>
        <p:txBody>
          <a:bodyPr rtlCol="0" anchor="ctr"/>
          <a:lstStyle/>
          <a:p/>
        </p:txBody>
      </p:sp>
      <p:pic>
        <p:nvPicPr>
          <p:cNvPr id="30" name="icon-Job queue" descr="sqs.png"/>
          <p:cNvPicPr>
            <a:picLocks noChangeAspect="1"/>
          </p:cNvPicPr>
          <p:nvPr/>
        </p:nvPicPr>
        <p:blipFill>
          <a:blip r:embed="rId7"/>
          <a:stretch>
            <a:fillRect/>
          </a:stretch>
        </p:blipFill>
        <p:spPr>
          <a:xfrm>
            <a:off x="4411980" y="3557016"/>
            <a:ext cx="411480" cy="411480"/>
          </a:xfrm>
          <a:prstGeom prst="rect">
            <a:avLst/>
          </a:prstGeom>
        </p:spPr>
      </p:pic>
      <p:sp>
        <p:nvSpPr>
          <p:cNvPr id="31" name="label-Job queue"/>
          <p:cNvSpPr txBox="1"/>
          <p:nvPr/>
        </p:nvSpPr>
        <p:spPr>
          <a:xfrm>
            <a:off x="3986783" y="4041648"/>
            <a:ext cx="1261872" cy="429768"/>
          </a:xfrm>
          <a:prstGeom prst="rect">
            <a:avLst/>
          </a:prstGeom>
          <a:noFill/>
        </p:spPr>
        <p:txBody>
          <a:bodyPr wrap="square" lIns="0" rIns="0" tIns="0" bIns="0" anchor="t">
            <a:spAutoFit/>
          </a:bodyPr>
          <a:lstStyle/>
          <a:p>
            <a:pPr algn="ctr"/>
            <a:r>
              <a:rPr sz="1200" b="1" i="0">
                <a:solidFill>
                  <a:srgbClr val="14161D"/>
                </a:solidFill>
                <a:latin typeface="Nunito"/>
              </a:rPr>
              <a:t>Job queue</a:t>
            </a:r>
          </a:p>
          <a:p>
            <a:pPr algn="ctr"/>
            <a:r>
              <a:rPr sz="1000" b="0" i="0">
                <a:solidFill>
                  <a:srgbClr val="808285"/>
                </a:solidFill>
                <a:latin typeface="Nunito"/>
              </a:rPr>
              <a:t>Holds work</a:t>
            </a:r>
          </a:p>
        </p:txBody>
      </p:sp>
      <p:sp>
        <p:nvSpPr>
          <p:cNvPr id="32" name="tile-Worker"/>
          <p:cNvSpPr/>
          <p:nvPr/>
        </p:nvSpPr>
        <p:spPr>
          <a:xfrm>
            <a:off x="5669280" y="3429000"/>
            <a:ext cx="1371600" cy="1097280"/>
          </a:xfrm>
          <a:prstGeom prst="roundRect">
            <a:avLst>
              <a:gd name="adj" fmla="val 10000"/>
            </a:avLst>
          </a:prstGeom>
          <a:solidFill>
            <a:srgbClr val="FFFFFF"/>
          </a:solidFill>
          <a:ln w="9525">
            <a:solidFill>
              <a:srgbClr val="D9DDE1"/>
            </a:solidFill>
          </a:ln>
          <a:effectLst/>
        </p:spPr>
        <p:txBody>
          <a:bodyPr rtlCol="0" anchor="ctr"/>
          <a:lstStyle/>
          <a:p/>
        </p:txBody>
      </p:sp>
      <p:pic>
        <p:nvPicPr>
          <p:cNvPr id="33" name="icon-Worker" descr="fargate.png"/>
          <p:cNvPicPr>
            <a:picLocks noChangeAspect="1"/>
          </p:cNvPicPr>
          <p:nvPr/>
        </p:nvPicPr>
        <p:blipFill>
          <a:blip r:embed="rId4"/>
          <a:stretch>
            <a:fillRect/>
          </a:stretch>
        </p:blipFill>
        <p:spPr>
          <a:xfrm>
            <a:off x="6149340" y="3557016"/>
            <a:ext cx="411480" cy="411480"/>
          </a:xfrm>
          <a:prstGeom prst="rect">
            <a:avLst/>
          </a:prstGeom>
        </p:spPr>
      </p:pic>
      <p:sp>
        <p:nvSpPr>
          <p:cNvPr id="34" name="label-Worker"/>
          <p:cNvSpPr txBox="1"/>
          <p:nvPr/>
        </p:nvSpPr>
        <p:spPr>
          <a:xfrm>
            <a:off x="5724144" y="4041648"/>
            <a:ext cx="1261872" cy="429768"/>
          </a:xfrm>
          <a:prstGeom prst="rect">
            <a:avLst/>
          </a:prstGeom>
          <a:noFill/>
        </p:spPr>
        <p:txBody>
          <a:bodyPr wrap="square" lIns="0" rIns="0" tIns="0" bIns="0" anchor="t">
            <a:spAutoFit/>
          </a:bodyPr>
          <a:lstStyle/>
          <a:p>
            <a:pPr algn="ctr"/>
            <a:r>
              <a:rPr sz="1200" b="1" i="0">
                <a:solidFill>
                  <a:srgbClr val="14161D"/>
                </a:solidFill>
                <a:latin typeface="Nunito"/>
              </a:rPr>
              <a:t>Worker</a:t>
            </a:r>
          </a:p>
          <a:p>
            <a:pPr algn="ctr"/>
            <a:r>
              <a:rPr sz="1000" b="0" i="0">
                <a:solidFill>
                  <a:srgbClr val="808285"/>
                </a:solidFill>
                <a:latin typeface="Nunito"/>
              </a:rPr>
              <a:t>Sends messages</a:t>
            </a:r>
          </a:p>
        </p:txBody>
      </p:sp>
      <p:sp>
        <p:nvSpPr>
          <p:cNvPr id="35" name="tile-notify"/>
          <p:cNvSpPr/>
          <p:nvPr/>
        </p:nvSpPr>
        <p:spPr>
          <a:xfrm>
            <a:off x="7406640" y="3429000"/>
            <a:ext cx="1280160" cy="1097280"/>
          </a:xfrm>
          <a:prstGeom prst="roundRect">
            <a:avLst>
              <a:gd name="adj" fmla="val 10000"/>
            </a:avLst>
          </a:prstGeom>
          <a:solidFill>
            <a:srgbClr val="FFFFFF"/>
          </a:solidFill>
          <a:ln w="9525">
            <a:solidFill>
              <a:srgbClr val="D9DDE1"/>
            </a:solidFill>
          </a:ln>
          <a:effectLst/>
        </p:spPr>
        <p:txBody>
          <a:bodyPr rtlCol="0" anchor="ctr"/>
          <a:lstStyle/>
          <a:p/>
        </p:txBody>
      </p:sp>
      <p:pic>
        <p:nvPicPr>
          <p:cNvPr id="36" name="Picture 35" descr="ses.png"/>
          <p:cNvPicPr>
            <a:picLocks noChangeAspect="1"/>
          </p:cNvPicPr>
          <p:nvPr/>
        </p:nvPicPr>
        <p:blipFill>
          <a:blip r:embed="rId8"/>
          <a:stretch>
            <a:fillRect/>
          </a:stretch>
        </p:blipFill>
        <p:spPr>
          <a:xfrm>
            <a:off x="7607808" y="3557016"/>
            <a:ext cx="411480" cy="411480"/>
          </a:xfrm>
          <a:prstGeom prst="rect">
            <a:avLst/>
          </a:prstGeom>
        </p:spPr>
      </p:pic>
      <p:pic>
        <p:nvPicPr>
          <p:cNvPr id="37" name="Picture 36" descr="sms.png"/>
          <p:cNvPicPr>
            <a:picLocks noChangeAspect="1"/>
          </p:cNvPicPr>
          <p:nvPr/>
        </p:nvPicPr>
        <p:blipFill>
          <a:blip r:embed="rId9"/>
          <a:stretch>
            <a:fillRect/>
          </a:stretch>
        </p:blipFill>
        <p:spPr>
          <a:xfrm>
            <a:off x="8065008" y="3557016"/>
            <a:ext cx="411480" cy="411480"/>
          </a:xfrm>
          <a:prstGeom prst="rect">
            <a:avLst/>
          </a:prstGeom>
        </p:spPr>
      </p:pic>
      <p:sp>
        <p:nvSpPr>
          <p:cNvPr id="38" name="TextBox 37"/>
          <p:cNvSpPr txBox="1"/>
          <p:nvPr/>
        </p:nvSpPr>
        <p:spPr>
          <a:xfrm>
            <a:off x="7461504" y="4041648"/>
            <a:ext cx="1170432" cy="411480"/>
          </a:xfrm>
          <a:prstGeom prst="rect">
            <a:avLst/>
          </a:prstGeom>
          <a:noFill/>
        </p:spPr>
        <p:txBody>
          <a:bodyPr wrap="square" lIns="0" rIns="0" tIns="0" bIns="0" anchor="t">
            <a:spAutoFit/>
          </a:bodyPr>
          <a:lstStyle/>
          <a:p>
            <a:pPr algn="ctr"/>
            <a:r>
              <a:rPr sz="1200" b="1" i="0">
                <a:solidFill>
                  <a:srgbClr val="14161D"/>
                </a:solidFill>
                <a:latin typeface="Nunito"/>
              </a:rPr>
              <a:t>Email + SMS</a:t>
            </a:r>
          </a:p>
          <a:p>
            <a:pPr algn="ctr"/>
            <a:r>
              <a:rPr sz="1000" b="0" i="0">
                <a:solidFill>
                  <a:srgbClr val="808285"/>
                </a:solidFill>
                <a:latin typeface="Nunito"/>
              </a:rPr>
              <a:t>To the customer</a:t>
            </a:r>
          </a:p>
        </p:txBody>
      </p:sp>
      <p:cxnSp>
        <p:nvCxnSpPr>
          <p:cNvPr id="39" name="Connector 38"/>
          <p:cNvCxnSpPr/>
          <p:nvPr/>
        </p:nvCxnSpPr>
        <p:spPr>
          <a:xfrm>
            <a:off x="5303520" y="3977639"/>
            <a:ext cx="365760" cy="0"/>
          </a:xfrm>
          <a:prstGeom prst="line">
            <a:avLst/>
          </a:prstGeom>
          <a:ln w="19050">
            <a:solidFill>
              <a:srgbClr val="05ACC8"/>
            </a:solidFill>
            <a:prstDash val="lgDash"/>
            <a:tailEnd type="triangle" w="med" len="med"/>
          </a:ln>
        </p:spPr>
      </p:cxnSp>
      <p:cxnSp>
        <p:nvCxnSpPr>
          <p:cNvPr id="40" name="Connector 39"/>
          <p:cNvCxnSpPr/>
          <p:nvPr/>
        </p:nvCxnSpPr>
        <p:spPr>
          <a:xfrm>
            <a:off x="7040880" y="3977639"/>
            <a:ext cx="365760" cy="0"/>
          </a:xfrm>
          <a:prstGeom prst="line">
            <a:avLst/>
          </a:prstGeom>
          <a:ln w="19050">
            <a:solidFill>
              <a:srgbClr val="05ACC8"/>
            </a:solidFill>
            <a:prstDash val="lgDash"/>
            <a:tailEnd type="triangle" w="med" len="med"/>
          </a:ln>
        </p:spPr>
      </p:cxnSp>
      <p:cxnSp>
        <p:nvCxnSpPr>
          <p:cNvPr id="41" name="worker-db-0"/>
          <p:cNvCxnSpPr/>
          <p:nvPr/>
        </p:nvCxnSpPr>
        <p:spPr>
          <a:xfrm flipV="1">
            <a:off x="6355080" y="3081528"/>
            <a:ext cx="0" cy="347472"/>
          </a:xfrm>
          <a:prstGeom prst="line">
            <a:avLst/>
          </a:prstGeom>
          <a:ln w="19050">
            <a:solidFill>
              <a:srgbClr val="05ACC8"/>
            </a:solidFill>
            <a:prstDash val="lgDash"/>
            <a:tailEnd type="triangle" w="med" len="med"/>
          </a:ln>
        </p:spPr>
      </p:cxnSp>
      <p:sp>
        <p:nvSpPr>
          <p:cNvPr id="42" name="takeaway"/>
          <p:cNvSpPr/>
          <p:nvPr/>
        </p:nvSpPr>
        <p:spPr>
          <a:xfrm>
            <a:off x="457200" y="3429000"/>
            <a:ext cx="3154680" cy="1097280"/>
          </a:xfrm>
          <a:prstGeom prst="roundRect">
            <a:avLst>
              <a:gd name="adj" fmla="val 10000"/>
            </a:avLst>
          </a:prstGeom>
          <a:solidFill>
            <a:srgbClr val="F5F5F5"/>
          </a:solidFill>
          <a:ln>
            <a:noFill/>
          </a:ln>
          <a:effectLst/>
        </p:spPr>
        <p:txBody>
          <a:bodyPr rtlCol="0" anchor="ctr"/>
          <a:lstStyle/>
          <a:p/>
        </p:txBody>
      </p:sp>
      <p:pic>
        <p:nvPicPr>
          <p:cNvPr id="43" name="Picture 42" descr="fa_FaBolt_b.png"/>
          <p:cNvPicPr>
            <a:picLocks noChangeAspect="1"/>
          </p:cNvPicPr>
          <p:nvPr/>
        </p:nvPicPr>
        <p:blipFill>
          <a:blip r:embed="rId10"/>
          <a:stretch>
            <a:fillRect/>
          </a:stretch>
        </p:blipFill>
        <p:spPr>
          <a:xfrm>
            <a:off x="640080" y="3611880"/>
            <a:ext cx="274320" cy="274320"/>
          </a:xfrm>
          <a:prstGeom prst="rect">
            <a:avLst/>
          </a:prstGeom>
        </p:spPr>
      </p:pic>
      <p:sp>
        <p:nvSpPr>
          <p:cNvPr id="44" name="TextBox 43"/>
          <p:cNvSpPr txBox="1"/>
          <p:nvPr/>
        </p:nvSpPr>
        <p:spPr>
          <a:xfrm>
            <a:off x="1051560" y="3575304"/>
            <a:ext cx="2468880" cy="365760"/>
          </a:xfrm>
          <a:prstGeom prst="rect">
            <a:avLst/>
          </a:prstGeom>
          <a:noFill/>
        </p:spPr>
        <p:txBody>
          <a:bodyPr wrap="square" lIns="0" rIns="0" tIns="0" bIns="0" anchor="t">
            <a:spAutoFit/>
          </a:bodyPr>
          <a:lstStyle/>
          <a:p>
            <a:pPr algn="l"/>
            <a:r>
              <a:rPr sz="1100" b="1" i="0">
                <a:solidFill>
                  <a:srgbClr val="14161D"/>
                </a:solidFill>
                <a:latin typeface="Nunito"/>
              </a:rPr>
              <a:t>Instant: </a:t>
            </a:r>
            <a:r>
              <a:rPr sz="1100" b="0" i="0">
                <a:solidFill>
                  <a:srgbClr val="14161D"/>
                </a:solidFill>
                <a:latin typeface="Nunito"/>
              </a:rPr>
              <a:t>booking saved and confirmed on screen</a:t>
            </a:r>
          </a:p>
        </p:txBody>
      </p:sp>
      <p:pic>
        <p:nvPicPr>
          <p:cNvPr id="45" name="Picture 44" descr="fa_FaRotateRight_b.png"/>
          <p:cNvPicPr>
            <a:picLocks noChangeAspect="1"/>
          </p:cNvPicPr>
          <p:nvPr/>
        </p:nvPicPr>
        <p:blipFill>
          <a:blip r:embed="rId11"/>
          <a:stretch>
            <a:fillRect/>
          </a:stretch>
        </p:blipFill>
        <p:spPr>
          <a:xfrm>
            <a:off x="640080" y="4069080"/>
            <a:ext cx="274320" cy="274320"/>
          </a:xfrm>
          <a:prstGeom prst="rect">
            <a:avLst/>
          </a:prstGeom>
        </p:spPr>
      </p:pic>
      <p:sp>
        <p:nvSpPr>
          <p:cNvPr id="46" name="TextBox 45"/>
          <p:cNvSpPr txBox="1"/>
          <p:nvPr/>
        </p:nvSpPr>
        <p:spPr>
          <a:xfrm>
            <a:off x="1051560" y="4032504"/>
            <a:ext cx="2468880" cy="365760"/>
          </a:xfrm>
          <a:prstGeom prst="rect">
            <a:avLst/>
          </a:prstGeom>
          <a:noFill/>
        </p:spPr>
        <p:txBody>
          <a:bodyPr wrap="square" lIns="0" rIns="0" tIns="0" bIns="0" anchor="t">
            <a:spAutoFit/>
          </a:bodyPr>
          <a:lstStyle/>
          <a:p>
            <a:pPr algn="l"/>
            <a:r>
              <a:rPr sz="1100" b="1" i="0">
                <a:solidFill>
                  <a:srgbClr val="14161D"/>
                </a:solidFill>
                <a:latin typeface="Nunito"/>
              </a:rPr>
              <a:t>Background: </a:t>
            </a:r>
            <a:r>
              <a:rPr sz="1100" b="0" i="0">
                <a:solidFill>
                  <a:srgbClr val="14161D"/>
                </a:solidFill>
                <a:latin typeface="Nunito"/>
              </a:rPr>
              <a:t>email and SMS sent, retried if needed</a:t>
            </a:r>
          </a:p>
        </p:txBody>
      </p:sp>
      <p:sp>
        <p:nvSpPr>
          <p:cNvPr id="101" name="Google Shape;101;p20"/>
          <p:cNvSpPr txBox="1"/>
          <p:nvPr>
            <p:ph idx="2" type="sldNum"/>
          </p:nvPr>
        </p:nvSpPr>
        <p:spPr>
          <a:xfrm>
            <a:off x="8439197" y="4819790"/>
            <a:ext cx="444000" cy="207900"/>
          </a:xfrm>
          <a:prstGeom prst="rect">
            <a:avLst/>
          </a:prstGeom>
        </p:spPr>
        <p:txBody>
          <a:bodyPr anchorCtr="0" anchor="ctr" bIns="34275" lIns="34275" spcFirstLastPara="1" rIns="34275" wrap="square" tIns="34275">
            <a:spAutoFit/>
          </a:bodyPr>
          <a:lstStyle/>
          <a:p>
            <a:pPr indent="0" lvl="0" marL="0" rtl="0" algn="r">
              <a:spcBef>
                <a:spcPts val="0"/>
              </a:spcBef>
              <a:spcAft>
                <a:spcPts val="0"/>
              </a:spcAft>
              <a:buClr>
                <a:schemeClr val="lt1"/>
              </a:buClr>
              <a:buSzPts val="900"/>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8056" y="274320"/>
            <a:ext cx="6858000" cy="457200"/>
          </a:xfrm>
        </p:spPr>
        <p:txBody>
          <a:bodyPr lIns="0" rIns="0" tIns="0" bIns="0" anchor="t" wrap="square"/>
          <a:lstStyle/>
          <a:p>
            <a:pPr algn="l"/>
            <a:r>
              <a:rPr sz="2600" b="1">
                <a:solidFill>
                  <a:srgbClr val="0D3C72"/>
                </a:solidFill>
                <a:latin typeface="Nunito"/>
              </a:rPr>
              <a:t>How a booking works</a:t>
            </a:r>
          </a:p>
        </p:txBody>
      </p:sp>
      <p:sp>
        <p:nvSpPr>
          <p:cNvPr id="3" name="Subtitle"/>
          <p:cNvSpPr txBox="1"/>
          <p:nvPr/>
        </p:nvSpPr>
        <p:spPr>
          <a:xfrm>
            <a:off x="448056" y="731520"/>
            <a:ext cx="6949440" cy="274320"/>
          </a:xfrm>
          <a:prstGeom prst="rect">
            <a:avLst/>
          </a:prstGeom>
          <a:noFill/>
        </p:spPr>
        <p:txBody>
          <a:bodyPr wrap="square" lIns="0" rIns="0" tIns="0" bIns="0" anchor="t">
            <a:spAutoFit/>
          </a:bodyPr>
          <a:lstStyle/>
          <a:p>
            <a:pPr algn="l"/>
            <a:r>
              <a:rPr sz="1300" b="1" i="0">
                <a:solidFill>
                  <a:srgbClr val="0092BC"/>
                </a:solidFill>
                <a:latin typeface="Nunito"/>
              </a:rPr>
              <a:t>The customer waits only for the save; email and SMS happen afterwards</a:t>
            </a:r>
          </a:p>
        </p:txBody>
      </p:sp>
      <p:sp>
        <p:nvSpPr>
          <p:cNvPr id="4" name="band-sync"/>
          <p:cNvSpPr/>
          <p:nvPr/>
        </p:nvSpPr>
        <p:spPr>
          <a:xfrm>
            <a:off x="457200" y="1188720"/>
            <a:ext cx="8229600" cy="1691640"/>
          </a:xfrm>
          <a:prstGeom prst="roundRect">
            <a:avLst>
              <a:gd name="adj" fmla="val 6000"/>
            </a:avLst>
          </a:prstGeom>
          <a:solidFill>
            <a:srgbClr val="FFFFFF"/>
          </a:solidFill>
          <a:ln w="9525">
            <a:solidFill>
              <a:srgbClr val="D9DDE1"/>
            </a:solidFill>
          </a:ln>
          <a:effectLst/>
        </p:spPr>
        <p:txBody>
          <a:bodyPr rtlCol="0" anchor="ctr"/>
          <a:lstStyle/>
          <a:p/>
        </p:txBody>
      </p:sp>
      <p:sp>
        <p:nvSpPr>
          <p:cNvPr id="5" name="TextBox 4"/>
          <p:cNvSpPr txBox="1"/>
          <p:nvPr/>
        </p:nvSpPr>
        <p:spPr>
          <a:xfrm>
            <a:off x="640080" y="1280160"/>
            <a:ext cx="5486400" cy="228600"/>
          </a:xfrm>
          <a:prstGeom prst="rect">
            <a:avLst/>
          </a:prstGeom>
          <a:noFill/>
        </p:spPr>
        <p:txBody>
          <a:bodyPr wrap="square" lIns="0" rIns="0" tIns="0" bIns="0" anchor="t">
            <a:spAutoFit/>
          </a:bodyPr>
          <a:lstStyle/>
          <a:p>
            <a:pPr algn="l"/>
            <a:r>
              <a:rPr sz="1000" b="1" i="0">
                <a:solidFill>
                  <a:srgbClr val="0092BC"/>
                </a:solidFill>
                <a:latin typeface="Nunito"/>
              </a:rPr>
              <a:t>WHILE THE CUSTOMER WAITS</a:t>
            </a:r>
            <a:r>
              <a:rPr sz="1000" b="0" i="0">
                <a:solidFill>
                  <a:srgbClr val="808285"/>
                </a:solidFill>
                <a:latin typeface="Nunito"/>
              </a:rPr>
              <a:t>   synchronous</a:t>
            </a:r>
          </a:p>
        </p:txBody>
      </p:sp>
      <p:sp>
        <p:nvSpPr>
          <p:cNvPr id="6" name="step-1"/>
          <p:cNvSpPr/>
          <p:nvPr/>
        </p:nvSpPr>
        <p:spPr>
          <a:xfrm>
            <a:off x="640080" y="1627632"/>
            <a:ext cx="329184" cy="329184"/>
          </a:xfrm>
          <a:prstGeom prst="ellipse">
            <a:avLst/>
          </a:prstGeom>
          <a:solidFill>
            <a:srgbClr val="0092BC"/>
          </a:solidFill>
          <a:ln>
            <a:noFill/>
          </a:ln>
          <a:effectLst/>
        </p:spPr>
        <p:txBody>
          <a:bodyPr rtlCol="0" anchor="ctr" lIns="0" rIns="0" tIns="0" bIns="0"/>
          <a:lstStyle/>
          <a:p>
            <a:pPr algn="ctr"/>
            <a:r>
              <a:rPr sz="1200" b="1">
                <a:solidFill>
                  <a:srgbClr val="FFFFFF"/>
                </a:solidFill>
                <a:latin typeface="Nunito"/>
              </a:rPr>
              <a:t>1</a:t>
            </a:r>
          </a:p>
        </p:txBody>
      </p:sp>
      <p:pic>
        <p:nvPicPr>
          <p:cNvPr id="7" name="Picture 6" descr="cognito.png"/>
          <p:cNvPicPr>
            <a:picLocks noChangeAspect="1"/>
          </p:cNvPicPr>
          <p:nvPr/>
        </p:nvPicPr>
        <p:blipFill>
          <a:blip r:embed="rId2"/>
          <a:stretch>
            <a:fillRect/>
          </a:stretch>
        </p:blipFill>
        <p:spPr>
          <a:xfrm>
            <a:off x="1060704" y="1609344"/>
            <a:ext cx="365760" cy="365760"/>
          </a:xfrm>
          <a:prstGeom prst="rect">
            <a:avLst/>
          </a:prstGeom>
        </p:spPr>
      </p:pic>
      <p:sp>
        <p:nvSpPr>
          <p:cNvPr id="8" name="TextBox 7"/>
          <p:cNvSpPr txBox="1"/>
          <p:nvPr/>
        </p:nvSpPr>
        <p:spPr>
          <a:xfrm>
            <a:off x="640080" y="2057400"/>
            <a:ext cx="1417320" cy="731520"/>
          </a:xfrm>
          <a:prstGeom prst="rect">
            <a:avLst/>
          </a:prstGeom>
          <a:noFill/>
        </p:spPr>
        <p:txBody>
          <a:bodyPr wrap="square" lIns="0" rIns="0" tIns="0" bIns="0" anchor="t">
            <a:spAutoFit/>
          </a:bodyPr>
          <a:lstStyle/>
          <a:p>
            <a:pPr algn="l"/>
            <a:r>
              <a:rPr sz="1200" b="1" i="0">
                <a:solidFill>
                  <a:srgbClr val="14161D"/>
                </a:solidFill>
                <a:latin typeface="Nunito"/>
              </a:rPr>
              <a:t>Sign in</a:t>
            </a:r>
          </a:p>
          <a:p>
            <a:pPr algn="l"/>
            <a:r>
              <a:rPr sz="1000" b="0" i="0">
                <a:solidFill>
                  <a:srgbClr val="808285"/>
                </a:solidFill>
                <a:latin typeface="Nunito"/>
              </a:rPr>
              <a:t>Google, via Cognito</a:t>
            </a:r>
          </a:p>
        </p:txBody>
      </p:sp>
      <p:cxnSp>
        <p:nvCxnSpPr>
          <p:cNvPr id="9" name="Connector 8"/>
          <p:cNvCxnSpPr/>
          <p:nvPr/>
        </p:nvCxnSpPr>
        <p:spPr>
          <a:xfrm>
            <a:off x="1517904" y="1792224"/>
            <a:ext cx="649224" cy="0"/>
          </a:xfrm>
          <a:prstGeom prst="line">
            <a:avLst/>
          </a:prstGeom>
          <a:ln w="15875">
            <a:solidFill>
              <a:srgbClr val="D9DDE1"/>
            </a:solidFill>
            <a:tailEnd type="triangle" w="med" len="med"/>
          </a:ln>
        </p:spPr>
      </p:cxnSp>
      <p:sp>
        <p:nvSpPr>
          <p:cNvPr id="10" name="step-2"/>
          <p:cNvSpPr/>
          <p:nvPr/>
        </p:nvSpPr>
        <p:spPr>
          <a:xfrm>
            <a:off x="2240280" y="1627632"/>
            <a:ext cx="329184" cy="329184"/>
          </a:xfrm>
          <a:prstGeom prst="ellipse">
            <a:avLst/>
          </a:prstGeom>
          <a:solidFill>
            <a:srgbClr val="0092BC"/>
          </a:solidFill>
          <a:ln>
            <a:noFill/>
          </a:ln>
          <a:effectLst/>
        </p:spPr>
        <p:txBody>
          <a:bodyPr rtlCol="0" anchor="ctr" lIns="0" rIns="0" tIns="0" bIns="0"/>
          <a:lstStyle/>
          <a:p>
            <a:pPr algn="ctr"/>
            <a:r>
              <a:rPr sz="1200" b="1">
                <a:solidFill>
                  <a:srgbClr val="FFFFFF"/>
                </a:solidFill>
                <a:latin typeface="Nunito"/>
              </a:rPr>
              <a:t>2</a:t>
            </a:r>
          </a:p>
        </p:txBody>
      </p:sp>
      <p:pic>
        <p:nvPicPr>
          <p:cNvPr id="11" name="Picture 10" descr="cloudfront.png"/>
          <p:cNvPicPr>
            <a:picLocks noChangeAspect="1"/>
          </p:cNvPicPr>
          <p:nvPr/>
        </p:nvPicPr>
        <p:blipFill>
          <a:blip r:embed="rId3"/>
          <a:stretch>
            <a:fillRect/>
          </a:stretch>
        </p:blipFill>
        <p:spPr>
          <a:xfrm>
            <a:off x="2660904" y="1609344"/>
            <a:ext cx="365760" cy="365760"/>
          </a:xfrm>
          <a:prstGeom prst="rect">
            <a:avLst/>
          </a:prstGeom>
        </p:spPr>
      </p:pic>
      <p:sp>
        <p:nvSpPr>
          <p:cNvPr id="12" name="TextBox 11"/>
          <p:cNvSpPr txBox="1"/>
          <p:nvPr/>
        </p:nvSpPr>
        <p:spPr>
          <a:xfrm>
            <a:off x="2240280" y="2057400"/>
            <a:ext cx="1417320" cy="731520"/>
          </a:xfrm>
          <a:prstGeom prst="rect">
            <a:avLst/>
          </a:prstGeom>
          <a:noFill/>
        </p:spPr>
        <p:txBody>
          <a:bodyPr wrap="square" lIns="0" rIns="0" tIns="0" bIns="0" anchor="t">
            <a:spAutoFit/>
          </a:bodyPr>
          <a:lstStyle/>
          <a:p>
            <a:pPr algn="l"/>
            <a:r>
              <a:rPr sz="1200" b="1" i="0">
                <a:solidFill>
                  <a:srgbClr val="14161D"/>
                </a:solidFill>
                <a:latin typeface="Nunito"/>
              </a:rPr>
              <a:t>Submit booking</a:t>
            </a:r>
          </a:p>
          <a:p>
            <a:pPr algn="l"/>
            <a:r>
              <a:rPr sz="1000" b="0" i="0">
                <a:solidFill>
                  <a:srgbClr val="808285"/>
                </a:solidFill>
                <a:latin typeface="Nunito"/>
              </a:rPr>
              <a:t>Website → API over HTTPS</a:t>
            </a:r>
          </a:p>
        </p:txBody>
      </p:sp>
      <p:cxnSp>
        <p:nvCxnSpPr>
          <p:cNvPr id="13" name="Connector 12"/>
          <p:cNvCxnSpPr/>
          <p:nvPr/>
        </p:nvCxnSpPr>
        <p:spPr>
          <a:xfrm>
            <a:off x="3118104" y="1792224"/>
            <a:ext cx="649224" cy="0"/>
          </a:xfrm>
          <a:prstGeom prst="line">
            <a:avLst/>
          </a:prstGeom>
          <a:ln w="15875">
            <a:solidFill>
              <a:srgbClr val="D9DDE1"/>
            </a:solidFill>
            <a:tailEnd type="triangle" w="med" len="med"/>
          </a:ln>
        </p:spPr>
      </p:cxnSp>
      <p:sp>
        <p:nvSpPr>
          <p:cNvPr id="14" name="step-3"/>
          <p:cNvSpPr/>
          <p:nvPr/>
        </p:nvSpPr>
        <p:spPr>
          <a:xfrm>
            <a:off x="3840480" y="1627632"/>
            <a:ext cx="329184" cy="329184"/>
          </a:xfrm>
          <a:prstGeom prst="ellipse">
            <a:avLst/>
          </a:prstGeom>
          <a:solidFill>
            <a:srgbClr val="0092BC"/>
          </a:solidFill>
          <a:ln>
            <a:noFill/>
          </a:ln>
          <a:effectLst/>
        </p:spPr>
        <p:txBody>
          <a:bodyPr rtlCol="0" anchor="ctr" lIns="0" rIns="0" tIns="0" bIns="0"/>
          <a:lstStyle/>
          <a:p>
            <a:pPr algn="ctr"/>
            <a:r>
              <a:rPr sz="1200" b="1">
                <a:solidFill>
                  <a:srgbClr val="FFFFFF"/>
                </a:solidFill>
                <a:latin typeface="Nunito"/>
              </a:rPr>
              <a:t>3</a:t>
            </a:r>
          </a:p>
        </p:txBody>
      </p:sp>
      <p:pic>
        <p:nvPicPr>
          <p:cNvPr id="15" name="Picture 14" descr="rds.png"/>
          <p:cNvPicPr>
            <a:picLocks noChangeAspect="1"/>
          </p:cNvPicPr>
          <p:nvPr/>
        </p:nvPicPr>
        <p:blipFill>
          <a:blip r:embed="rId4"/>
          <a:stretch>
            <a:fillRect/>
          </a:stretch>
        </p:blipFill>
        <p:spPr>
          <a:xfrm>
            <a:off x="4261104" y="1609344"/>
            <a:ext cx="365760" cy="365760"/>
          </a:xfrm>
          <a:prstGeom prst="rect">
            <a:avLst/>
          </a:prstGeom>
        </p:spPr>
      </p:pic>
      <p:sp>
        <p:nvSpPr>
          <p:cNvPr id="16" name="TextBox 15"/>
          <p:cNvSpPr txBox="1"/>
          <p:nvPr/>
        </p:nvSpPr>
        <p:spPr>
          <a:xfrm>
            <a:off x="3840480" y="2057400"/>
            <a:ext cx="1417320" cy="731520"/>
          </a:xfrm>
          <a:prstGeom prst="rect">
            <a:avLst/>
          </a:prstGeom>
          <a:noFill/>
        </p:spPr>
        <p:txBody>
          <a:bodyPr wrap="square" lIns="0" rIns="0" tIns="0" bIns="0" anchor="t">
            <a:spAutoFit/>
          </a:bodyPr>
          <a:lstStyle/>
          <a:p>
            <a:pPr algn="l"/>
            <a:r>
              <a:rPr sz="1200" b="1" i="0">
                <a:solidFill>
                  <a:srgbClr val="14161D"/>
                </a:solidFill>
                <a:latin typeface="Nunito"/>
              </a:rPr>
              <a:t>Check and save</a:t>
            </a:r>
          </a:p>
          <a:p>
            <a:pPr algn="l"/>
            <a:r>
              <a:rPr sz="1000" b="0" i="0">
                <a:solidFill>
                  <a:srgbClr val="808285"/>
                </a:solidFill>
                <a:latin typeface="Nunito"/>
              </a:rPr>
              <a:t>Token verified; booking and job saved together</a:t>
            </a:r>
          </a:p>
        </p:txBody>
      </p:sp>
      <p:cxnSp>
        <p:nvCxnSpPr>
          <p:cNvPr id="17" name="Connector 16"/>
          <p:cNvCxnSpPr/>
          <p:nvPr/>
        </p:nvCxnSpPr>
        <p:spPr>
          <a:xfrm>
            <a:off x="4718304" y="1792224"/>
            <a:ext cx="649224" cy="0"/>
          </a:xfrm>
          <a:prstGeom prst="line">
            <a:avLst/>
          </a:prstGeom>
          <a:ln w="15875">
            <a:solidFill>
              <a:srgbClr val="D9DDE1"/>
            </a:solidFill>
            <a:tailEnd type="triangle" w="med" len="med"/>
          </a:ln>
        </p:spPr>
      </p:cxnSp>
      <p:sp>
        <p:nvSpPr>
          <p:cNvPr id="18" name="step-4"/>
          <p:cNvSpPr/>
          <p:nvPr/>
        </p:nvSpPr>
        <p:spPr>
          <a:xfrm>
            <a:off x="5440680" y="1627632"/>
            <a:ext cx="329184" cy="329184"/>
          </a:xfrm>
          <a:prstGeom prst="ellipse">
            <a:avLst/>
          </a:prstGeom>
          <a:solidFill>
            <a:srgbClr val="0092BC"/>
          </a:solidFill>
          <a:ln>
            <a:noFill/>
          </a:ln>
          <a:effectLst/>
        </p:spPr>
        <p:txBody>
          <a:bodyPr rtlCol="0" anchor="ctr" lIns="0" rIns="0" tIns="0" bIns="0"/>
          <a:lstStyle/>
          <a:p>
            <a:pPr algn="ctr"/>
            <a:r>
              <a:rPr sz="1200" b="1">
                <a:solidFill>
                  <a:srgbClr val="FFFFFF"/>
                </a:solidFill>
                <a:latin typeface="Nunito"/>
              </a:rPr>
              <a:t>4</a:t>
            </a:r>
          </a:p>
        </p:txBody>
      </p:sp>
      <p:pic>
        <p:nvPicPr>
          <p:cNvPr id="19" name="Picture 18" descr="fa_FaCircleCheck_b.png"/>
          <p:cNvPicPr>
            <a:picLocks noChangeAspect="1"/>
          </p:cNvPicPr>
          <p:nvPr/>
        </p:nvPicPr>
        <p:blipFill>
          <a:blip r:embed="rId5"/>
          <a:stretch>
            <a:fillRect/>
          </a:stretch>
        </p:blipFill>
        <p:spPr>
          <a:xfrm>
            <a:off x="5861304" y="1609344"/>
            <a:ext cx="365760" cy="365760"/>
          </a:xfrm>
          <a:prstGeom prst="rect">
            <a:avLst/>
          </a:prstGeom>
        </p:spPr>
      </p:pic>
      <p:sp>
        <p:nvSpPr>
          <p:cNvPr id="20" name="TextBox 19"/>
          <p:cNvSpPr txBox="1"/>
          <p:nvPr/>
        </p:nvSpPr>
        <p:spPr>
          <a:xfrm>
            <a:off x="5440680" y="2057400"/>
            <a:ext cx="1417320" cy="731520"/>
          </a:xfrm>
          <a:prstGeom prst="rect">
            <a:avLst/>
          </a:prstGeom>
          <a:noFill/>
        </p:spPr>
        <p:txBody>
          <a:bodyPr wrap="square" lIns="0" rIns="0" tIns="0" bIns="0" anchor="t">
            <a:spAutoFit/>
          </a:bodyPr>
          <a:lstStyle/>
          <a:p>
            <a:pPr algn="l"/>
            <a:r>
              <a:rPr sz="1200" b="1" i="0">
                <a:solidFill>
                  <a:srgbClr val="14161D"/>
                </a:solidFill>
                <a:latin typeface="Nunito"/>
              </a:rPr>
              <a:t>Confirmed</a:t>
            </a:r>
          </a:p>
          <a:p>
            <a:pPr algn="l"/>
            <a:r>
              <a:rPr sz="1000" b="0" i="0">
                <a:solidFill>
                  <a:srgbClr val="808285"/>
                </a:solidFill>
                <a:latin typeface="Nunito"/>
              </a:rPr>
              <a:t>API replies at once; page shows the booking</a:t>
            </a:r>
          </a:p>
        </p:txBody>
      </p:sp>
      <p:cxnSp>
        <p:nvCxnSpPr>
          <p:cNvPr id="21" name="Connector 20"/>
          <p:cNvCxnSpPr/>
          <p:nvPr/>
        </p:nvCxnSpPr>
        <p:spPr>
          <a:xfrm>
            <a:off x="6318504" y="1792224"/>
            <a:ext cx="649224" cy="0"/>
          </a:xfrm>
          <a:prstGeom prst="line">
            <a:avLst/>
          </a:prstGeom>
          <a:ln w="15875">
            <a:solidFill>
              <a:srgbClr val="D9DDE1"/>
            </a:solidFill>
            <a:tailEnd type="triangle" w="med" len="med"/>
          </a:ln>
        </p:spPr>
      </p:cxnSp>
      <p:sp>
        <p:nvSpPr>
          <p:cNvPr id="22" name="step-5"/>
          <p:cNvSpPr/>
          <p:nvPr/>
        </p:nvSpPr>
        <p:spPr>
          <a:xfrm>
            <a:off x="7040880" y="1627632"/>
            <a:ext cx="329184" cy="329184"/>
          </a:xfrm>
          <a:prstGeom prst="ellipse">
            <a:avLst/>
          </a:prstGeom>
          <a:solidFill>
            <a:srgbClr val="0092BC"/>
          </a:solidFill>
          <a:ln>
            <a:noFill/>
          </a:ln>
          <a:effectLst/>
        </p:spPr>
        <p:txBody>
          <a:bodyPr rtlCol="0" anchor="ctr" lIns="0" rIns="0" tIns="0" bIns="0"/>
          <a:lstStyle/>
          <a:p>
            <a:pPr algn="ctr"/>
            <a:r>
              <a:rPr sz="1200" b="1">
                <a:solidFill>
                  <a:srgbClr val="FFFFFF"/>
                </a:solidFill>
                <a:latin typeface="Nunito"/>
              </a:rPr>
              <a:t>5</a:t>
            </a:r>
          </a:p>
        </p:txBody>
      </p:sp>
      <p:pic>
        <p:nvPicPr>
          <p:cNvPr id="23" name="Picture 22" descr="s3.png"/>
          <p:cNvPicPr>
            <a:picLocks noChangeAspect="1"/>
          </p:cNvPicPr>
          <p:nvPr/>
        </p:nvPicPr>
        <p:blipFill>
          <a:blip r:embed="rId6"/>
          <a:stretch>
            <a:fillRect/>
          </a:stretch>
        </p:blipFill>
        <p:spPr>
          <a:xfrm>
            <a:off x="7461504" y="1609344"/>
            <a:ext cx="365760" cy="365760"/>
          </a:xfrm>
          <a:prstGeom prst="rect">
            <a:avLst/>
          </a:prstGeom>
        </p:spPr>
      </p:pic>
      <p:sp>
        <p:nvSpPr>
          <p:cNvPr id="24" name="TextBox 23"/>
          <p:cNvSpPr txBox="1"/>
          <p:nvPr/>
        </p:nvSpPr>
        <p:spPr>
          <a:xfrm>
            <a:off x="7040880" y="2057400"/>
            <a:ext cx="1417320" cy="731520"/>
          </a:xfrm>
          <a:prstGeom prst="rect">
            <a:avLst/>
          </a:prstGeom>
          <a:noFill/>
        </p:spPr>
        <p:txBody>
          <a:bodyPr wrap="square" lIns="0" rIns="0" tIns="0" bIns="0" anchor="t">
            <a:spAutoFit/>
          </a:bodyPr>
          <a:lstStyle/>
          <a:p>
            <a:pPr algn="l"/>
            <a:r>
              <a:rPr sz="1200" b="1" i="0">
                <a:solidFill>
                  <a:srgbClr val="14161D"/>
                </a:solidFill>
                <a:latin typeface="Nunito"/>
              </a:rPr>
              <a:t>Add photo</a:t>
            </a:r>
          </a:p>
          <a:p>
            <a:pPr algn="l"/>
            <a:r>
              <a:rPr sz="1000" b="0" i="0">
                <a:solidFill>
                  <a:srgbClr val="808285"/>
                </a:solidFill>
                <a:latin typeface="Nunito"/>
              </a:rPr>
              <a:t>Straight to S3 via a short-lived signed link</a:t>
            </a:r>
          </a:p>
        </p:txBody>
      </p:sp>
      <p:cxnSp>
        <p:nvCxnSpPr>
          <p:cNvPr id="25" name="handoff-0"/>
          <p:cNvCxnSpPr/>
          <p:nvPr/>
        </p:nvCxnSpPr>
        <p:spPr>
          <a:xfrm>
            <a:off x="4005072" y="2880360"/>
            <a:ext cx="0" cy="82296"/>
          </a:xfrm>
          <a:prstGeom prst="line">
            <a:avLst/>
          </a:prstGeom>
          <a:ln w="19050">
            <a:solidFill>
              <a:srgbClr val="05ACC8"/>
            </a:solidFill>
            <a:prstDash val="lgDash"/>
          </a:ln>
        </p:spPr>
      </p:cxnSp>
      <p:cxnSp>
        <p:nvCxnSpPr>
          <p:cNvPr id="26" name="handoff-1"/>
          <p:cNvCxnSpPr/>
          <p:nvPr/>
        </p:nvCxnSpPr>
        <p:spPr>
          <a:xfrm flipH="1">
            <a:off x="804671" y="2962656"/>
            <a:ext cx="3200401" cy="0"/>
          </a:xfrm>
          <a:prstGeom prst="line">
            <a:avLst/>
          </a:prstGeom>
          <a:ln w="19050">
            <a:solidFill>
              <a:srgbClr val="05ACC8"/>
            </a:solidFill>
            <a:prstDash val="lgDash"/>
          </a:ln>
        </p:spPr>
      </p:cxnSp>
      <p:cxnSp>
        <p:nvCxnSpPr>
          <p:cNvPr id="27" name="handoff-2"/>
          <p:cNvCxnSpPr/>
          <p:nvPr/>
        </p:nvCxnSpPr>
        <p:spPr>
          <a:xfrm>
            <a:off x="804671" y="2962656"/>
            <a:ext cx="0" cy="347472"/>
          </a:xfrm>
          <a:prstGeom prst="line">
            <a:avLst/>
          </a:prstGeom>
          <a:ln w="19050">
            <a:solidFill>
              <a:srgbClr val="05ACC8"/>
            </a:solidFill>
            <a:prstDash val="lgDash"/>
            <a:tailEnd type="triangle" w="med" len="med"/>
          </a:ln>
        </p:spPr>
      </p:cxnSp>
      <p:sp>
        <p:nvSpPr>
          <p:cNvPr id="28" name="band-async"/>
          <p:cNvSpPr/>
          <p:nvPr/>
        </p:nvSpPr>
        <p:spPr>
          <a:xfrm>
            <a:off x="457200" y="3063240"/>
            <a:ext cx="8229600" cy="1554480"/>
          </a:xfrm>
          <a:prstGeom prst="roundRect">
            <a:avLst>
              <a:gd name="adj" fmla="val 6000"/>
            </a:avLst>
          </a:prstGeom>
          <a:solidFill>
            <a:srgbClr val="0D3C72"/>
          </a:solidFill>
          <a:ln>
            <a:noFill/>
          </a:ln>
          <a:effectLst/>
        </p:spPr>
        <p:txBody>
          <a:bodyPr rtlCol="0" anchor="ctr"/>
          <a:lstStyle/>
          <a:p/>
        </p:txBody>
      </p:sp>
      <p:sp>
        <p:nvSpPr>
          <p:cNvPr id="29" name="TextBox 28"/>
          <p:cNvSpPr txBox="1"/>
          <p:nvPr/>
        </p:nvSpPr>
        <p:spPr>
          <a:xfrm>
            <a:off x="640080" y="3127248"/>
            <a:ext cx="6400800" cy="228600"/>
          </a:xfrm>
          <a:prstGeom prst="rect">
            <a:avLst/>
          </a:prstGeom>
          <a:noFill/>
        </p:spPr>
        <p:txBody>
          <a:bodyPr wrap="square" lIns="0" rIns="0" tIns="0" bIns="0" anchor="t">
            <a:spAutoFit/>
          </a:bodyPr>
          <a:lstStyle/>
          <a:p>
            <a:pPr algn="l"/>
            <a:r>
              <a:rPr sz="1000" b="1" i="0">
                <a:solidFill>
                  <a:srgbClr val="0BE0E9"/>
                </a:solidFill>
                <a:latin typeface="Nunito"/>
              </a:rPr>
              <a:t>IN THE BACKGROUND</a:t>
            </a:r>
            <a:r>
              <a:rPr sz="1000" b="0" i="0">
                <a:solidFill>
                  <a:srgbClr val="FFFFFF"/>
                </a:solidFill>
                <a:latin typeface="Nunito"/>
              </a:rPr>
              <a:t>   asynchronous · the website never waits</a:t>
            </a:r>
          </a:p>
        </p:txBody>
      </p:sp>
      <p:sp>
        <p:nvSpPr>
          <p:cNvPr id="30" name="step-6"/>
          <p:cNvSpPr/>
          <p:nvPr/>
        </p:nvSpPr>
        <p:spPr>
          <a:xfrm>
            <a:off x="640080" y="3465576"/>
            <a:ext cx="329184" cy="329184"/>
          </a:xfrm>
          <a:prstGeom prst="ellipse">
            <a:avLst/>
          </a:prstGeom>
          <a:solidFill>
            <a:srgbClr val="0BE0E9"/>
          </a:solidFill>
          <a:ln>
            <a:noFill/>
          </a:ln>
          <a:effectLst/>
        </p:spPr>
        <p:txBody>
          <a:bodyPr rtlCol="0" anchor="ctr" lIns="0" rIns="0" tIns="0" bIns="0"/>
          <a:lstStyle/>
          <a:p>
            <a:pPr algn="ctr"/>
            <a:r>
              <a:rPr sz="1200" b="1">
                <a:solidFill>
                  <a:srgbClr val="0D3C72"/>
                </a:solidFill>
                <a:latin typeface="Nunito"/>
              </a:rPr>
              <a:t>6</a:t>
            </a:r>
          </a:p>
        </p:txBody>
      </p:sp>
      <p:pic>
        <p:nvPicPr>
          <p:cNvPr id="31" name="Picture 30" descr="sqs.png"/>
          <p:cNvPicPr>
            <a:picLocks noChangeAspect="1"/>
          </p:cNvPicPr>
          <p:nvPr/>
        </p:nvPicPr>
        <p:blipFill>
          <a:blip r:embed="rId7"/>
          <a:stretch>
            <a:fillRect/>
          </a:stretch>
        </p:blipFill>
        <p:spPr>
          <a:xfrm>
            <a:off x="1060704" y="3447288"/>
            <a:ext cx="365760" cy="365760"/>
          </a:xfrm>
          <a:prstGeom prst="rect">
            <a:avLst/>
          </a:prstGeom>
        </p:spPr>
      </p:pic>
      <p:sp>
        <p:nvSpPr>
          <p:cNvPr id="32" name="TextBox 31"/>
          <p:cNvSpPr txBox="1"/>
          <p:nvPr/>
        </p:nvSpPr>
        <p:spPr>
          <a:xfrm>
            <a:off x="640080" y="3877056"/>
            <a:ext cx="1828800" cy="685800"/>
          </a:xfrm>
          <a:prstGeom prst="rect">
            <a:avLst/>
          </a:prstGeom>
          <a:noFill/>
        </p:spPr>
        <p:txBody>
          <a:bodyPr wrap="square" lIns="0" rIns="0" tIns="0" bIns="0" anchor="t">
            <a:spAutoFit/>
          </a:bodyPr>
          <a:lstStyle/>
          <a:p>
            <a:pPr algn="l"/>
            <a:r>
              <a:rPr sz="1200" b="1" i="0">
                <a:solidFill>
                  <a:srgbClr val="FFFFFF"/>
                </a:solidFill>
                <a:latin typeface="Nunito"/>
              </a:rPr>
              <a:t>Queue the job</a:t>
            </a:r>
          </a:p>
          <a:p>
            <a:pPr algn="l"/>
            <a:r>
              <a:rPr sz="1000" b="0" i="0">
                <a:solidFill>
                  <a:srgbClr val="FFFFFF"/>
                </a:solidFill>
                <a:latin typeface="Nunito"/>
              </a:rPr>
              <a:t>Sent to SQS after the save is committed</a:t>
            </a:r>
          </a:p>
        </p:txBody>
      </p:sp>
      <p:cxnSp>
        <p:nvCxnSpPr>
          <p:cNvPr id="33" name="Connector 32"/>
          <p:cNvCxnSpPr/>
          <p:nvPr/>
        </p:nvCxnSpPr>
        <p:spPr>
          <a:xfrm>
            <a:off x="1517904" y="3630168"/>
            <a:ext cx="1060704" cy="0"/>
          </a:xfrm>
          <a:prstGeom prst="line">
            <a:avLst/>
          </a:prstGeom>
          <a:ln w="15875">
            <a:solidFill>
              <a:srgbClr val="05ACC8"/>
            </a:solidFill>
            <a:prstDash val="lgDash"/>
            <a:tailEnd type="triangle" w="med" len="med"/>
          </a:ln>
        </p:spPr>
      </p:cxnSp>
      <p:sp>
        <p:nvSpPr>
          <p:cNvPr id="34" name="step-7"/>
          <p:cNvSpPr/>
          <p:nvPr/>
        </p:nvSpPr>
        <p:spPr>
          <a:xfrm>
            <a:off x="2651760" y="3465576"/>
            <a:ext cx="329184" cy="329184"/>
          </a:xfrm>
          <a:prstGeom prst="ellipse">
            <a:avLst/>
          </a:prstGeom>
          <a:solidFill>
            <a:srgbClr val="0BE0E9"/>
          </a:solidFill>
          <a:ln>
            <a:noFill/>
          </a:ln>
          <a:effectLst/>
        </p:spPr>
        <p:txBody>
          <a:bodyPr rtlCol="0" anchor="ctr" lIns="0" rIns="0" tIns="0" bIns="0"/>
          <a:lstStyle/>
          <a:p>
            <a:pPr algn="ctr"/>
            <a:r>
              <a:rPr sz="1200" b="1">
                <a:solidFill>
                  <a:srgbClr val="0D3C72"/>
                </a:solidFill>
                <a:latin typeface="Nunito"/>
              </a:rPr>
              <a:t>7</a:t>
            </a:r>
          </a:p>
        </p:txBody>
      </p:sp>
      <p:pic>
        <p:nvPicPr>
          <p:cNvPr id="35" name="Picture 34" descr="fargate.png"/>
          <p:cNvPicPr>
            <a:picLocks noChangeAspect="1"/>
          </p:cNvPicPr>
          <p:nvPr/>
        </p:nvPicPr>
        <p:blipFill>
          <a:blip r:embed="rId8"/>
          <a:stretch>
            <a:fillRect/>
          </a:stretch>
        </p:blipFill>
        <p:spPr>
          <a:xfrm>
            <a:off x="3072384" y="3447288"/>
            <a:ext cx="365760" cy="365760"/>
          </a:xfrm>
          <a:prstGeom prst="rect">
            <a:avLst/>
          </a:prstGeom>
        </p:spPr>
      </p:pic>
      <p:sp>
        <p:nvSpPr>
          <p:cNvPr id="36" name="TextBox 35"/>
          <p:cNvSpPr txBox="1"/>
          <p:nvPr/>
        </p:nvSpPr>
        <p:spPr>
          <a:xfrm>
            <a:off x="2651760" y="3877056"/>
            <a:ext cx="1828800" cy="685800"/>
          </a:xfrm>
          <a:prstGeom prst="rect">
            <a:avLst/>
          </a:prstGeom>
          <a:noFill/>
        </p:spPr>
        <p:txBody>
          <a:bodyPr wrap="square" lIns="0" rIns="0" tIns="0" bIns="0" anchor="t">
            <a:spAutoFit/>
          </a:bodyPr>
          <a:lstStyle/>
          <a:p>
            <a:pPr algn="l"/>
            <a:r>
              <a:rPr sz="1200" b="1" i="0">
                <a:solidFill>
                  <a:srgbClr val="FFFFFF"/>
                </a:solidFill>
                <a:latin typeface="Nunito"/>
              </a:rPr>
              <a:t>Pick it up</a:t>
            </a:r>
          </a:p>
          <a:p>
            <a:pPr algn="l"/>
            <a:r>
              <a:rPr sz="1000" b="0" i="0">
                <a:solidFill>
                  <a:srgbClr val="FFFFFF"/>
                </a:solidFill>
                <a:latin typeface="Nunito"/>
              </a:rPr>
              <a:t>A worker takes the next job</a:t>
            </a:r>
          </a:p>
        </p:txBody>
      </p:sp>
      <p:cxnSp>
        <p:nvCxnSpPr>
          <p:cNvPr id="37" name="Connector 36"/>
          <p:cNvCxnSpPr/>
          <p:nvPr/>
        </p:nvCxnSpPr>
        <p:spPr>
          <a:xfrm>
            <a:off x="3529584" y="3630168"/>
            <a:ext cx="1060704" cy="0"/>
          </a:xfrm>
          <a:prstGeom prst="line">
            <a:avLst/>
          </a:prstGeom>
          <a:ln w="15875">
            <a:solidFill>
              <a:srgbClr val="05ACC8"/>
            </a:solidFill>
            <a:prstDash val="lgDash"/>
            <a:tailEnd type="triangle" w="med" len="med"/>
          </a:ln>
        </p:spPr>
      </p:cxnSp>
      <p:sp>
        <p:nvSpPr>
          <p:cNvPr id="38" name="step-8"/>
          <p:cNvSpPr/>
          <p:nvPr/>
        </p:nvSpPr>
        <p:spPr>
          <a:xfrm>
            <a:off x="4663440" y="3465576"/>
            <a:ext cx="329184" cy="329184"/>
          </a:xfrm>
          <a:prstGeom prst="ellipse">
            <a:avLst/>
          </a:prstGeom>
          <a:solidFill>
            <a:srgbClr val="0BE0E9"/>
          </a:solidFill>
          <a:ln>
            <a:noFill/>
          </a:ln>
          <a:effectLst/>
        </p:spPr>
        <p:txBody>
          <a:bodyPr rtlCol="0" anchor="ctr" lIns="0" rIns="0" tIns="0" bIns="0"/>
          <a:lstStyle/>
          <a:p>
            <a:pPr algn="ctr"/>
            <a:r>
              <a:rPr sz="1200" b="1">
                <a:solidFill>
                  <a:srgbClr val="0D3C72"/>
                </a:solidFill>
                <a:latin typeface="Nunito"/>
              </a:rPr>
              <a:t>8</a:t>
            </a:r>
          </a:p>
        </p:txBody>
      </p:sp>
      <p:pic>
        <p:nvPicPr>
          <p:cNvPr id="39" name="Picture 38" descr="ses.png"/>
          <p:cNvPicPr>
            <a:picLocks noChangeAspect="1"/>
          </p:cNvPicPr>
          <p:nvPr/>
        </p:nvPicPr>
        <p:blipFill>
          <a:blip r:embed="rId9"/>
          <a:stretch>
            <a:fillRect/>
          </a:stretch>
        </p:blipFill>
        <p:spPr>
          <a:xfrm>
            <a:off x="5084064" y="3447288"/>
            <a:ext cx="365760" cy="365760"/>
          </a:xfrm>
          <a:prstGeom prst="rect">
            <a:avLst/>
          </a:prstGeom>
        </p:spPr>
      </p:pic>
      <p:sp>
        <p:nvSpPr>
          <p:cNvPr id="40" name="TextBox 39"/>
          <p:cNvSpPr txBox="1"/>
          <p:nvPr/>
        </p:nvSpPr>
        <p:spPr>
          <a:xfrm>
            <a:off x="4663440" y="3877056"/>
            <a:ext cx="1828800" cy="685800"/>
          </a:xfrm>
          <a:prstGeom prst="rect">
            <a:avLst/>
          </a:prstGeom>
          <a:noFill/>
        </p:spPr>
        <p:txBody>
          <a:bodyPr wrap="square" lIns="0" rIns="0" tIns="0" bIns="0" anchor="t">
            <a:spAutoFit/>
          </a:bodyPr>
          <a:lstStyle/>
          <a:p>
            <a:pPr algn="l"/>
            <a:r>
              <a:rPr sz="1200" b="1" i="0">
                <a:solidFill>
                  <a:srgbClr val="FFFFFF"/>
                </a:solidFill>
                <a:latin typeface="Nunito"/>
              </a:rPr>
              <a:t>Notify</a:t>
            </a:r>
          </a:p>
          <a:p>
            <a:pPr algn="l"/>
            <a:r>
              <a:rPr sz="1000" b="0" i="0">
                <a:solidFill>
                  <a:srgbClr val="FFFFFF"/>
                </a:solidFill>
                <a:latin typeface="Nunito"/>
              </a:rPr>
              <a:t>Email via SES, SMS via End User Messaging</a:t>
            </a:r>
          </a:p>
        </p:txBody>
      </p:sp>
      <p:cxnSp>
        <p:nvCxnSpPr>
          <p:cNvPr id="41" name="Connector 40"/>
          <p:cNvCxnSpPr/>
          <p:nvPr/>
        </p:nvCxnSpPr>
        <p:spPr>
          <a:xfrm>
            <a:off x="5541264" y="3630168"/>
            <a:ext cx="1060704" cy="0"/>
          </a:xfrm>
          <a:prstGeom prst="line">
            <a:avLst/>
          </a:prstGeom>
          <a:ln w="15875">
            <a:solidFill>
              <a:srgbClr val="05ACC8"/>
            </a:solidFill>
            <a:prstDash val="lgDash"/>
            <a:tailEnd type="triangle" w="med" len="med"/>
          </a:ln>
        </p:spPr>
      </p:cxnSp>
      <p:sp>
        <p:nvSpPr>
          <p:cNvPr id="42" name="step-9"/>
          <p:cNvSpPr/>
          <p:nvPr/>
        </p:nvSpPr>
        <p:spPr>
          <a:xfrm>
            <a:off x="6675120" y="3465576"/>
            <a:ext cx="329184" cy="329184"/>
          </a:xfrm>
          <a:prstGeom prst="ellipse">
            <a:avLst/>
          </a:prstGeom>
          <a:solidFill>
            <a:srgbClr val="0BE0E9"/>
          </a:solidFill>
          <a:ln>
            <a:noFill/>
          </a:ln>
          <a:effectLst/>
        </p:spPr>
        <p:txBody>
          <a:bodyPr rtlCol="0" anchor="ctr" lIns="0" rIns="0" tIns="0" bIns="0"/>
          <a:lstStyle/>
          <a:p>
            <a:pPr algn="ctr"/>
            <a:r>
              <a:rPr sz="1200" b="1">
                <a:solidFill>
                  <a:srgbClr val="0D3C72"/>
                </a:solidFill>
                <a:latin typeface="Nunito"/>
              </a:rPr>
              <a:t>9</a:t>
            </a:r>
          </a:p>
        </p:txBody>
      </p:sp>
      <p:pic>
        <p:nvPicPr>
          <p:cNvPr id="43" name="Picture 42" descr="fa_FaTriangleExclamation_w.png"/>
          <p:cNvPicPr>
            <a:picLocks noChangeAspect="1"/>
          </p:cNvPicPr>
          <p:nvPr/>
        </p:nvPicPr>
        <p:blipFill>
          <a:blip r:embed="rId10"/>
          <a:stretch>
            <a:fillRect/>
          </a:stretch>
        </p:blipFill>
        <p:spPr>
          <a:xfrm>
            <a:off x="7095744" y="3447288"/>
            <a:ext cx="365760" cy="365760"/>
          </a:xfrm>
          <a:prstGeom prst="rect">
            <a:avLst/>
          </a:prstGeom>
        </p:spPr>
      </p:pic>
      <p:sp>
        <p:nvSpPr>
          <p:cNvPr id="44" name="TextBox 43"/>
          <p:cNvSpPr txBox="1"/>
          <p:nvPr/>
        </p:nvSpPr>
        <p:spPr>
          <a:xfrm>
            <a:off x="6675120" y="3877056"/>
            <a:ext cx="1828800" cy="685800"/>
          </a:xfrm>
          <a:prstGeom prst="rect">
            <a:avLst/>
          </a:prstGeom>
          <a:noFill/>
        </p:spPr>
        <p:txBody>
          <a:bodyPr wrap="square" lIns="0" rIns="0" tIns="0" bIns="0" anchor="t">
            <a:spAutoFit/>
          </a:bodyPr>
          <a:lstStyle/>
          <a:p>
            <a:pPr algn="l"/>
            <a:r>
              <a:rPr sz="1200" b="1" i="0">
                <a:solidFill>
                  <a:srgbClr val="FFFFFF"/>
                </a:solidFill>
                <a:latin typeface="Nunito"/>
              </a:rPr>
              <a:t>If it keeps failing</a:t>
            </a:r>
          </a:p>
          <a:p>
            <a:pPr algn="l"/>
            <a:r>
              <a:rPr sz="1000" b="0" i="0">
                <a:solidFill>
                  <a:srgbClr val="FFFFFF"/>
                </a:solidFill>
                <a:latin typeface="Nunito"/>
              </a:rPr>
              <a:t>Retried up to 5 times, then parked in a dead-letter queue and an alert fires</a:t>
            </a:r>
          </a:p>
        </p:txBody>
      </p:sp>
      <p:sp>
        <p:nvSpPr>
          <p:cNvPr id="101" name="Google Shape;101;p20"/>
          <p:cNvSpPr txBox="1"/>
          <p:nvPr>
            <p:ph idx="2" type="sldNum"/>
          </p:nvPr>
        </p:nvSpPr>
        <p:spPr>
          <a:xfrm>
            <a:off x="8439197" y="4819790"/>
            <a:ext cx="444000" cy="207900"/>
          </a:xfrm>
          <a:prstGeom prst="rect">
            <a:avLst/>
          </a:prstGeom>
        </p:spPr>
        <p:txBody>
          <a:bodyPr anchorCtr="0" anchor="ctr" bIns="34275" lIns="34275" spcFirstLastPara="1" rIns="34275" wrap="square" tIns="34275">
            <a:spAutoFit/>
          </a:bodyPr>
          <a:lstStyle/>
          <a:p>
            <a:pPr indent="0" lvl="0" marL="0" rtl="0" algn="r">
              <a:spcBef>
                <a:spcPts val="0"/>
              </a:spcBef>
              <a:spcAft>
                <a:spcPts val="0"/>
              </a:spcAft>
              <a:buClr>
                <a:schemeClr val="lt1"/>
              </a:buClr>
              <a:buSzPts val="900"/>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8056" y="274320"/>
            <a:ext cx="6858000" cy="457200"/>
          </a:xfrm>
        </p:spPr>
        <p:txBody>
          <a:bodyPr lIns="0" rIns="0" tIns="0" bIns="0" anchor="t" wrap="square"/>
          <a:lstStyle/>
          <a:p>
            <a:pPr algn="l"/>
            <a:r>
              <a:rPr sz="2600" b="1">
                <a:solidFill>
                  <a:srgbClr val="0D3C72"/>
                </a:solidFill>
                <a:latin typeface="Nunito"/>
              </a:rPr>
              <a:t>AWS architecture</a:t>
            </a:r>
          </a:p>
        </p:txBody>
      </p:sp>
      <p:sp>
        <p:nvSpPr>
          <p:cNvPr id="3" name="Subtitle"/>
          <p:cNvSpPr txBox="1"/>
          <p:nvPr/>
        </p:nvSpPr>
        <p:spPr>
          <a:xfrm>
            <a:off x="448056" y="731520"/>
            <a:ext cx="6949440" cy="274320"/>
          </a:xfrm>
          <a:prstGeom prst="rect">
            <a:avLst/>
          </a:prstGeom>
          <a:noFill/>
        </p:spPr>
        <p:txBody>
          <a:bodyPr wrap="square" lIns="0" rIns="0" tIns="0" bIns="0" anchor="t">
            <a:spAutoFit/>
          </a:bodyPr>
          <a:lstStyle/>
          <a:p>
            <a:pPr algn="l"/>
            <a:r>
              <a:rPr sz="1300" b="1" i="0">
                <a:solidFill>
                  <a:srgbClr val="0092BC"/>
                </a:solidFill>
                <a:latin typeface="Nunito"/>
              </a:rPr>
              <a:t>One Region (Mumbai), two Availability Zones, managed services throughout</a:t>
            </a:r>
          </a:p>
        </p:txBody>
      </p:sp>
      <p:sp>
        <p:nvSpPr>
          <p:cNvPr id="4" name="card-users"/>
          <p:cNvSpPr/>
          <p:nvPr/>
        </p:nvSpPr>
        <p:spPr>
          <a:xfrm>
            <a:off x="457200" y="1417320"/>
            <a:ext cx="868680" cy="914400"/>
          </a:xfrm>
          <a:prstGeom prst="roundRect">
            <a:avLst>
              <a:gd name="adj" fmla="val 10000"/>
            </a:avLst>
          </a:prstGeom>
          <a:solidFill>
            <a:srgbClr val="FFFFFF"/>
          </a:solidFill>
          <a:ln w="9525">
            <a:solidFill>
              <a:srgbClr val="D9DDE1"/>
            </a:solidFill>
          </a:ln>
          <a:effectLst/>
        </p:spPr>
        <p:txBody>
          <a:bodyPr rtlCol="0" anchor="ctr"/>
          <a:lstStyle/>
          <a:p/>
        </p:txBody>
      </p:sp>
      <p:pic>
        <p:nvPicPr>
          <p:cNvPr id="5" name="Picture 4" descr="users.png"/>
          <p:cNvPicPr>
            <a:picLocks noChangeAspect="1"/>
          </p:cNvPicPr>
          <p:nvPr/>
        </p:nvPicPr>
        <p:blipFill>
          <a:blip r:embed="rId2"/>
          <a:stretch>
            <a:fillRect/>
          </a:stretch>
        </p:blipFill>
        <p:spPr>
          <a:xfrm>
            <a:off x="685800" y="1481328"/>
            <a:ext cx="411480" cy="411480"/>
          </a:xfrm>
          <a:prstGeom prst="rect">
            <a:avLst/>
          </a:prstGeom>
        </p:spPr>
      </p:pic>
      <p:sp>
        <p:nvSpPr>
          <p:cNvPr id="6" name="TextBox 5"/>
          <p:cNvSpPr txBox="1"/>
          <p:nvPr/>
        </p:nvSpPr>
        <p:spPr>
          <a:xfrm>
            <a:off x="475488" y="1920240"/>
            <a:ext cx="832104" cy="384048"/>
          </a:xfrm>
          <a:prstGeom prst="rect">
            <a:avLst/>
          </a:prstGeom>
          <a:noFill/>
        </p:spPr>
        <p:txBody>
          <a:bodyPr wrap="square" lIns="0" rIns="0" tIns="0" bIns="0" anchor="t">
            <a:spAutoFit/>
          </a:bodyPr>
          <a:lstStyle/>
          <a:p>
            <a:pPr algn="ctr"/>
            <a:r>
              <a:rPr sz="1000" b="1" i="0">
                <a:solidFill>
                  <a:srgbClr val="14161D"/>
                </a:solidFill>
                <a:latin typeface="Nunito"/>
              </a:rPr>
              <a:t>Customers</a:t>
            </a:r>
          </a:p>
          <a:p>
            <a:pPr algn="ctr"/>
            <a:r>
              <a:rPr sz="1000" b="1" i="0">
                <a:solidFill>
                  <a:srgbClr val="14161D"/>
                </a:solidFill>
                <a:latin typeface="Nunito"/>
              </a:rPr>
              <a:t>&amp; staff</a:t>
            </a:r>
          </a:p>
        </p:txBody>
      </p:sp>
      <p:sp>
        <p:nvSpPr>
          <p:cNvPr id="7" name="group-EDGE"/>
          <p:cNvSpPr/>
          <p:nvPr/>
        </p:nvSpPr>
        <p:spPr>
          <a:xfrm>
            <a:off x="1463040" y="1188720"/>
            <a:ext cx="1463040" cy="2514600"/>
          </a:xfrm>
          <a:prstGeom prst="roundRect">
            <a:avLst>
              <a:gd name="adj" fmla="val 4000"/>
            </a:avLst>
          </a:prstGeom>
          <a:noFill/>
          <a:ln w="9525">
            <a:solidFill>
              <a:srgbClr val="D9DDE1"/>
            </a:solidFill>
            <a:prstDash val="dash"/>
          </a:ln>
          <a:effectLst/>
        </p:spPr>
        <p:txBody>
          <a:bodyPr rtlCol="0" anchor="ctr"/>
          <a:lstStyle/>
          <a:p/>
        </p:txBody>
      </p:sp>
      <p:sp>
        <p:nvSpPr>
          <p:cNvPr id="8" name="TextBox 7"/>
          <p:cNvSpPr txBox="1"/>
          <p:nvPr/>
        </p:nvSpPr>
        <p:spPr>
          <a:xfrm>
            <a:off x="1536192" y="1234440"/>
            <a:ext cx="1316736" cy="182880"/>
          </a:xfrm>
          <a:prstGeom prst="rect">
            <a:avLst/>
          </a:prstGeom>
          <a:noFill/>
        </p:spPr>
        <p:txBody>
          <a:bodyPr wrap="square" lIns="0" rIns="0" tIns="0" bIns="0" anchor="t">
            <a:spAutoFit/>
          </a:bodyPr>
          <a:lstStyle/>
          <a:p>
            <a:pPr algn="l"/>
            <a:r>
              <a:rPr sz="900" b="1" i="0">
                <a:solidFill>
                  <a:srgbClr val="808285"/>
                </a:solidFill>
                <a:latin typeface="Nunito"/>
              </a:rPr>
              <a:t>EDGE</a:t>
            </a:r>
          </a:p>
        </p:txBody>
      </p:sp>
      <p:sp>
        <p:nvSpPr>
          <p:cNvPr id="9" name="card-CloudFront"/>
          <p:cNvSpPr/>
          <p:nvPr/>
        </p:nvSpPr>
        <p:spPr>
          <a:xfrm>
            <a:off x="1554480" y="1636776"/>
            <a:ext cx="1280160" cy="475488"/>
          </a:xfrm>
          <a:prstGeom prst="roundRect">
            <a:avLst>
              <a:gd name="adj" fmla="val 12000"/>
            </a:avLst>
          </a:prstGeom>
          <a:solidFill>
            <a:srgbClr val="FFFFFF"/>
          </a:solidFill>
          <a:ln w="9525">
            <a:solidFill>
              <a:srgbClr val="D9DDE1"/>
            </a:solidFill>
          </a:ln>
          <a:effectLst/>
        </p:spPr>
        <p:txBody>
          <a:bodyPr rtlCol="0" anchor="ctr"/>
          <a:lstStyle/>
          <a:p/>
        </p:txBody>
      </p:sp>
      <p:pic>
        <p:nvPicPr>
          <p:cNvPr id="10" name="icon-CloudFront" descr="cloudfront.png"/>
          <p:cNvPicPr>
            <a:picLocks noChangeAspect="1"/>
          </p:cNvPicPr>
          <p:nvPr/>
        </p:nvPicPr>
        <p:blipFill>
          <a:blip r:embed="rId3"/>
          <a:stretch>
            <a:fillRect/>
          </a:stretch>
        </p:blipFill>
        <p:spPr>
          <a:xfrm>
            <a:off x="1627632" y="1709928"/>
            <a:ext cx="329184" cy="329184"/>
          </a:xfrm>
          <a:prstGeom prst="rect">
            <a:avLst/>
          </a:prstGeom>
        </p:spPr>
      </p:pic>
      <p:sp>
        <p:nvSpPr>
          <p:cNvPr id="11" name="label-CloudFront"/>
          <p:cNvSpPr txBox="1"/>
          <p:nvPr/>
        </p:nvSpPr>
        <p:spPr>
          <a:xfrm>
            <a:off x="2029968" y="1691640"/>
            <a:ext cx="758951" cy="384048"/>
          </a:xfrm>
          <a:prstGeom prst="rect">
            <a:avLst/>
          </a:prstGeom>
          <a:noFill/>
        </p:spPr>
        <p:txBody>
          <a:bodyPr wrap="square" lIns="0" rIns="0" tIns="0" bIns="0" anchor="ctr">
            <a:spAutoFit/>
          </a:bodyPr>
          <a:lstStyle/>
          <a:p>
            <a:pPr algn="l"/>
            <a:r>
              <a:rPr sz="1000" b="1" i="0">
                <a:solidFill>
                  <a:srgbClr val="14161D"/>
                </a:solidFill>
                <a:latin typeface="Nunito"/>
              </a:rPr>
              <a:t>CloudFront</a:t>
            </a:r>
          </a:p>
          <a:p>
            <a:pPr algn="l"/>
            <a:r>
              <a:rPr sz="900" b="0" i="0">
                <a:solidFill>
                  <a:srgbClr val="808285"/>
                </a:solidFill>
                <a:latin typeface="Nunito"/>
              </a:rPr>
              <a:t>+ WAF, TLS</a:t>
            </a:r>
          </a:p>
        </p:txBody>
      </p:sp>
      <p:sp>
        <p:nvSpPr>
          <p:cNvPr id="12" name="card-Website"/>
          <p:cNvSpPr/>
          <p:nvPr/>
        </p:nvSpPr>
        <p:spPr>
          <a:xfrm>
            <a:off x="1554480" y="2514600"/>
            <a:ext cx="1280160" cy="475488"/>
          </a:xfrm>
          <a:prstGeom prst="roundRect">
            <a:avLst>
              <a:gd name="adj" fmla="val 12000"/>
            </a:avLst>
          </a:prstGeom>
          <a:solidFill>
            <a:srgbClr val="FFFFFF"/>
          </a:solidFill>
          <a:ln w="9525">
            <a:solidFill>
              <a:srgbClr val="D9DDE1"/>
            </a:solidFill>
          </a:ln>
          <a:effectLst/>
        </p:spPr>
        <p:txBody>
          <a:bodyPr rtlCol="0" anchor="ctr"/>
          <a:lstStyle/>
          <a:p/>
        </p:txBody>
      </p:sp>
      <p:pic>
        <p:nvPicPr>
          <p:cNvPr id="13" name="icon-Website" descr="s3.png"/>
          <p:cNvPicPr>
            <a:picLocks noChangeAspect="1"/>
          </p:cNvPicPr>
          <p:nvPr/>
        </p:nvPicPr>
        <p:blipFill>
          <a:blip r:embed="rId4"/>
          <a:stretch>
            <a:fillRect/>
          </a:stretch>
        </p:blipFill>
        <p:spPr>
          <a:xfrm>
            <a:off x="1627632" y="2587752"/>
            <a:ext cx="329184" cy="329184"/>
          </a:xfrm>
          <a:prstGeom prst="rect">
            <a:avLst/>
          </a:prstGeom>
        </p:spPr>
      </p:pic>
      <p:sp>
        <p:nvSpPr>
          <p:cNvPr id="14" name="label-Website"/>
          <p:cNvSpPr txBox="1"/>
          <p:nvPr/>
        </p:nvSpPr>
        <p:spPr>
          <a:xfrm>
            <a:off x="2029968" y="2569464"/>
            <a:ext cx="758951" cy="384048"/>
          </a:xfrm>
          <a:prstGeom prst="rect">
            <a:avLst/>
          </a:prstGeom>
          <a:noFill/>
        </p:spPr>
        <p:txBody>
          <a:bodyPr wrap="square" lIns="0" rIns="0" tIns="0" bIns="0" anchor="ctr">
            <a:spAutoFit/>
          </a:bodyPr>
          <a:lstStyle/>
          <a:p>
            <a:pPr algn="l"/>
            <a:r>
              <a:rPr sz="1000" b="1" i="0">
                <a:solidFill>
                  <a:srgbClr val="14161D"/>
                </a:solidFill>
                <a:latin typeface="Nunito"/>
              </a:rPr>
              <a:t>Website</a:t>
            </a:r>
          </a:p>
          <a:p>
            <a:pPr algn="l"/>
            <a:r>
              <a:rPr sz="900" b="0" i="0">
                <a:solidFill>
                  <a:srgbClr val="808285"/>
                </a:solidFill>
                <a:latin typeface="Nunito"/>
              </a:rPr>
              <a:t>S3, private</a:t>
            </a:r>
          </a:p>
        </p:txBody>
      </p:sp>
      <p:sp>
        <p:nvSpPr>
          <p:cNvPr id="15" name="card-Route 53"/>
          <p:cNvSpPr/>
          <p:nvPr/>
        </p:nvSpPr>
        <p:spPr>
          <a:xfrm>
            <a:off x="1554480" y="3108960"/>
            <a:ext cx="1280160" cy="475488"/>
          </a:xfrm>
          <a:prstGeom prst="roundRect">
            <a:avLst>
              <a:gd name="adj" fmla="val 12000"/>
            </a:avLst>
          </a:prstGeom>
          <a:solidFill>
            <a:srgbClr val="FFFFFF"/>
          </a:solidFill>
          <a:ln w="9525">
            <a:solidFill>
              <a:srgbClr val="D9DDE1"/>
            </a:solidFill>
          </a:ln>
          <a:effectLst/>
        </p:spPr>
        <p:txBody>
          <a:bodyPr rtlCol="0" anchor="ctr"/>
          <a:lstStyle/>
          <a:p/>
        </p:txBody>
      </p:sp>
      <p:pic>
        <p:nvPicPr>
          <p:cNvPr id="16" name="icon-Route 53" descr="route53.png"/>
          <p:cNvPicPr>
            <a:picLocks noChangeAspect="1"/>
          </p:cNvPicPr>
          <p:nvPr/>
        </p:nvPicPr>
        <p:blipFill>
          <a:blip r:embed="rId5"/>
          <a:stretch>
            <a:fillRect/>
          </a:stretch>
        </p:blipFill>
        <p:spPr>
          <a:xfrm>
            <a:off x="1627632" y="3182112"/>
            <a:ext cx="329184" cy="329184"/>
          </a:xfrm>
          <a:prstGeom prst="rect">
            <a:avLst/>
          </a:prstGeom>
        </p:spPr>
      </p:pic>
      <p:sp>
        <p:nvSpPr>
          <p:cNvPr id="17" name="label-Route 53"/>
          <p:cNvSpPr txBox="1"/>
          <p:nvPr/>
        </p:nvSpPr>
        <p:spPr>
          <a:xfrm>
            <a:off x="2029968" y="3163824"/>
            <a:ext cx="758951" cy="384048"/>
          </a:xfrm>
          <a:prstGeom prst="rect">
            <a:avLst/>
          </a:prstGeom>
          <a:noFill/>
        </p:spPr>
        <p:txBody>
          <a:bodyPr wrap="square" lIns="0" rIns="0" tIns="0" bIns="0" anchor="ctr">
            <a:spAutoFit/>
          </a:bodyPr>
          <a:lstStyle/>
          <a:p>
            <a:pPr algn="l"/>
            <a:r>
              <a:rPr sz="1000" b="1" i="0">
                <a:solidFill>
                  <a:srgbClr val="14161D"/>
                </a:solidFill>
                <a:latin typeface="Nunito"/>
              </a:rPr>
              <a:t>Route 53</a:t>
            </a:r>
          </a:p>
          <a:p>
            <a:pPr algn="l"/>
            <a:r>
              <a:rPr sz="900" b="0" i="0">
                <a:solidFill>
                  <a:srgbClr val="808285"/>
                </a:solidFill>
                <a:latin typeface="Nunito"/>
              </a:rPr>
              <a:t>DNS</a:t>
            </a:r>
          </a:p>
        </p:txBody>
      </p:sp>
      <p:sp>
        <p:nvSpPr>
          <p:cNvPr id="18" name="group-SIGN-IN"/>
          <p:cNvSpPr/>
          <p:nvPr/>
        </p:nvSpPr>
        <p:spPr>
          <a:xfrm>
            <a:off x="1463040" y="3840480"/>
            <a:ext cx="1463040" cy="804672"/>
          </a:xfrm>
          <a:prstGeom prst="roundRect">
            <a:avLst>
              <a:gd name="adj" fmla="val 4000"/>
            </a:avLst>
          </a:prstGeom>
          <a:noFill/>
          <a:ln w="9525">
            <a:solidFill>
              <a:srgbClr val="D9DDE1"/>
            </a:solidFill>
            <a:prstDash val="dash"/>
          </a:ln>
          <a:effectLst/>
        </p:spPr>
        <p:txBody>
          <a:bodyPr rtlCol="0" anchor="ctr"/>
          <a:lstStyle/>
          <a:p/>
        </p:txBody>
      </p:sp>
      <p:sp>
        <p:nvSpPr>
          <p:cNvPr id="19" name="TextBox 18"/>
          <p:cNvSpPr txBox="1"/>
          <p:nvPr/>
        </p:nvSpPr>
        <p:spPr>
          <a:xfrm>
            <a:off x="1536192" y="3886200"/>
            <a:ext cx="1316736" cy="182880"/>
          </a:xfrm>
          <a:prstGeom prst="rect">
            <a:avLst/>
          </a:prstGeom>
          <a:noFill/>
        </p:spPr>
        <p:txBody>
          <a:bodyPr wrap="square" lIns="0" rIns="0" tIns="0" bIns="0" anchor="t">
            <a:spAutoFit/>
          </a:bodyPr>
          <a:lstStyle/>
          <a:p>
            <a:pPr algn="l"/>
            <a:r>
              <a:rPr sz="900" b="1" i="0">
                <a:solidFill>
                  <a:srgbClr val="808285"/>
                </a:solidFill>
                <a:latin typeface="Nunito"/>
              </a:rPr>
              <a:t>SIGN-IN</a:t>
            </a:r>
          </a:p>
        </p:txBody>
      </p:sp>
      <p:sp>
        <p:nvSpPr>
          <p:cNvPr id="20" name="card-Cognito"/>
          <p:cNvSpPr/>
          <p:nvPr/>
        </p:nvSpPr>
        <p:spPr>
          <a:xfrm>
            <a:off x="1554480" y="4050791"/>
            <a:ext cx="1280160" cy="475488"/>
          </a:xfrm>
          <a:prstGeom prst="roundRect">
            <a:avLst>
              <a:gd name="adj" fmla="val 12000"/>
            </a:avLst>
          </a:prstGeom>
          <a:solidFill>
            <a:srgbClr val="FFFFFF"/>
          </a:solidFill>
          <a:ln w="9525">
            <a:solidFill>
              <a:srgbClr val="D9DDE1"/>
            </a:solidFill>
          </a:ln>
          <a:effectLst/>
        </p:spPr>
        <p:txBody>
          <a:bodyPr rtlCol="0" anchor="ctr"/>
          <a:lstStyle/>
          <a:p/>
        </p:txBody>
      </p:sp>
      <p:pic>
        <p:nvPicPr>
          <p:cNvPr id="21" name="icon-Cognito" descr="cognito.png"/>
          <p:cNvPicPr>
            <a:picLocks noChangeAspect="1"/>
          </p:cNvPicPr>
          <p:nvPr/>
        </p:nvPicPr>
        <p:blipFill>
          <a:blip r:embed="rId6"/>
          <a:stretch>
            <a:fillRect/>
          </a:stretch>
        </p:blipFill>
        <p:spPr>
          <a:xfrm>
            <a:off x="1627632" y="4123944"/>
            <a:ext cx="329184" cy="329184"/>
          </a:xfrm>
          <a:prstGeom prst="rect">
            <a:avLst/>
          </a:prstGeom>
        </p:spPr>
      </p:pic>
      <p:sp>
        <p:nvSpPr>
          <p:cNvPr id="22" name="label-Cognito"/>
          <p:cNvSpPr txBox="1"/>
          <p:nvPr/>
        </p:nvSpPr>
        <p:spPr>
          <a:xfrm>
            <a:off x="2029968" y="4105655"/>
            <a:ext cx="758951" cy="384048"/>
          </a:xfrm>
          <a:prstGeom prst="rect">
            <a:avLst/>
          </a:prstGeom>
          <a:noFill/>
        </p:spPr>
        <p:txBody>
          <a:bodyPr wrap="square" lIns="0" rIns="0" tIns="0" bIns="0" anchor="ctr">
            <a:spAutoFit/>
          </a:bodyPr>
          <a:lstStyle/>
          <a:p>
            <a:pPr algn="l"/>
            <a:r>
              <a:rPr sz="1000" b="1" i="0">
                <a:solidFill>
                  <a:srgbClr val="14161D"/>
                </a:solidFill>
                <a:latin typeface="Nunito"/>
              </a:rPr>
              <a:t>Cognito</a:t>
            </a:r>
          </a:p>
          <a:p>
            <a:pPr algn="l"/>
            <a:r>
              <a:rPr sz="900" b="0" i="0">
                <a:solidFill>
                  <a:srgbClr val="808285"/>
                </a:solidFill>
                <a:latin typeface="Nunito"/>
              </a:rPr>
              <a:t>+ Google</a:t>
            </a:r>
          </a:p>
        </p:txBody>
      </p:sp>
      <p:sp>
        <p:nvSpPr>
          <p:cNvPr id="23" name="group-VPC · TWO AVAILABILITY ZONES"/>
          <p:cNvSpPr/>
          <p:nvPr/>
        </p:nvSpPr>
        <p:spPr>
          <a:xfrm>
            <a:off x="3063240" y="1188720"/>
            <a:ext cx="2926080" cy="3456432"/>
          </a:xfrm>
          <a:prstGeom prst="roundRect">
            <a:avLst>
              <a:gd name="adj" fmla="val 4000"/>
            </a:avLst>
          </a:prstGeom>
          <a:noFill/>
          <a:ln w="9525">
            <a:solidFill>
              <a:srgbClr val="8C4FFF"/>
            </a:solidFill>
          </a:ln>
          <a:effectLst/>
        </p:spPr>
        <p:txBody>
          <a:bodyPr rtlCol="0" anchor="ctr"/>
          <a:lstStyle/>
          <a:p/>
        </p:txBody>
      </p:sp>
      <p:sp>
        <p:nvSpPr>
          <p:cNvPr id="24" name="TextBox 23"/>
          <p:cNvSpPr txBox="1"/>
          <p:nvPr/>
        </p:nvSpPr>
        <p:spPr>
          <a:xfrm>
            <a:off x="3136392" y="1234440"/>
            <a:ext cx="2779776" cy="182880"/>
          </a:xfrm>
          <a:prstGeom prst="rect">
            <a:avLst/>
          </a:prstGeom>
          <a:noFill/>
        </p:spPr>
        <p:txBody>
          <a:bodyPr wrap="square" lIns="0" rIns="0" tIns="0" bIns="0" anchor="t">
            <a:spAutoFit/>
          </a:bodyPr>
          <a:lstStyle/>
          <a:p>
            <a:pPr algn="l"/>
            <a:r>
              <a:rPr sz="900" b="1" i="0">
                <a:solidFill>
                  <a:srgbClr val="8C4FFF"/>
                </a:solidFill>
                <a:latin typeface="Nunito"/>
              </a:rPr>
              <a:t>VPC · TWO AVAILABILITY ZONES</a:t>
            </a:r>
          </a:p>
        </p:txBody>
      </p:sp>
      <p:sp>
        <p:nvSpPr>
          <p:cNvPr id="25" name="group-PUBLIC SUBNET"/>
          <p:cNvSpPr/>
          <p:nvPr/>
        </p:nvSpPr>
        <p:spPr>
          <a:xfrm>
            <a:off x="3154680" y="1481328"/>
            <a:ext cx="2743200" cy="713232"/>
          </a:xfrm>
          <a:prstGeom prst="roundRect">
            <a:avLst>
              <a:gd name="adj" fmla="val 4000"/>
            </a:avLst>
          </a:prstGeom>
          <a:solidFill>
            <a:srgbClr val="F2F6E8"/>
          </a:solidFill>
          <a:ln>
            <a:noFill/>
          </a:ln>
          <a:effectLst/>
        </p:spPr>
        <p:txBody>
          <a:bodyPr rtlCol="0" anchor="ctr"/>
          <a:lstStyle/>
          <a:p/>
        </p:txBody>
      </p:sp>
      <p:sp>
        <p:nvSpPr>
          <p:cNvPr id="26" name="TextBox 25"/>
          <p:cNvSpPr txBox="1"/>
          <p:nvPr/>
        </p:nvSpPr>
        <p:spPr>
          <a:xfrm>
            <a:off x="3227832" y="1527048"/>
            <a:ext cx="2596896" cy="182880"/>
          </a:xfrm>
          <a:prstGeom prst="rect">
            <a:avLst/>
          </a:prstGeom>
          <a:noFill/>
        </p:spPr>
        <p:txBody>
          <a:bodyPr wrap="square" lIns="0" rIns="0" tIns="0" bIns="0" anchor="t">
            <a:spAutoFit/>
          </a:bodyPr>
          <a:lstStyle/>
          <a:p>
            <a:pPr algn="r"/>
            <a:r>
              <a:rPr sz="900" b="1" i="0">
                <a:solidFill>
                  <a:srgbClr val="248814"/>
                </a:solidFill>
                <a:latin typeface="Nunito"/>
              </a:rPr>
              <a:t>PUBLIC SUBNET</a:t>
            </a:r>
          </a:p>
        </p:txBody>
      </p:sp>
      <p:sp>
        <p:nvSpPr>
          <p:cNvPr id="27" name="group-PRIVATE SUBNET"/>
          <p:cNvSpPr/>
          <p:nvPr/>
        </p:nvSpPr>
        <p:spPr>
          <a:xfrm>
            <a:off x="3154680" y="2304288"/>
            <a:ext cx="2743200" cy="1353312"/>
          </a:xfrm>
          <a:prstGeom prst="roundRect">
            <a:avLst>
              <a:gd name="adj" fmla="val 4000"/>
            </a:avLst>
          </a:prstGeom>
          <a:solidFill>
            <a:srgbClr val="E6F4F9"/>
          </a:solidFill>
          <a:ln>
            <a:noFill/>
          </a:ln>
          <a:effectLst/>
        </p:spPr>
        <p:txBody>
          <a:bodyPr rtlCol="0" anchor="ctr"/>
          <a:lstStyle/>
          <a:p/>
        </p:txBody>
      </p:sp>
      <p:sp>
        <p:nvSpPr>
          <p:cNvPr id="28" name="TextBox 27"/>
          <p:cNvSpPr txBox="1"/>
          <p:nvPr/>
        </p:nvSpPr>
        <p:spPr>
          <a:xfrm>
            <a:off x="3227832" y="2350008"/>
            <a:ext cx="2596896" cy="182880"/>
          </a:xfrm>
          <a:prstGeom prst="rect">
            <a:avLst/>
          </a:prstGeom>
          <a:noFill/>
        </p:spPr>
        <p:txBody>
          <a:bodyPr wrap="square" lIns="0" rIns="0" tIns="0" bIns="0" anchor="t">
            <a:spAutoFit/>
          </a:bodyPr>
          <a:lstStyle/>
          <a:p>
            <a:pPr algn="r"/>
            <a:r>
              <a:rPr sz="900" b="1" i="0">
                <a:solidFill>
                  <a:srgbClr val="0092BC"/>
                </a:solidFill>
                <a:latin typeface="Nunito"/>
              </a:rPr>
              <a:t>PRIVATE SUBNET</a:t>
            </a:r>
          </a:p>
        </p:txBody>
      </p:sp>
      <p:sp>
        <p:nvSpPr>
          <p:cNvPr id="29" name="group-ISOLATED SUBNET"/>
          <p:cNvSpPr/>
          <p:nvPr/>
        </p:nvSpPr>
        <p:spPr>
          <a:xfrm>
            <a:off x="3154680" y="3767328"/>
            <a:ext cx="2743200" cy="786384"/>
          </a:xfrm>
          <a:prstGeom prst="roundRect">
            <a:avLst>
              <a:gd name="adj" fmla="val 4000"/>
            </a:avLst>
          </a:prstGeom>
          <a:solidFill>
            <a:srgbClr val="F5F5F5"/>
          </a:solidFill>
          <a:ln>
            <a:noFill/>
          </a:ln>
          <a:effectLst/>
        </p:spPr>
        <p:txBody>
          <a:bodyPr rtlCol="0" anchor="ctr"/>
          <a:lstStyle/>
          <a:p/>
        </p:txBody>
      </p:sp>
      <p:sp>
        <p:nvSpPr>
          <p:cNvPr id="30" name="TextBox 29"/>
          <p:cNvSpPr txBox="1"/>
          <p:nvPr/>
        </p:nvSpPr>
        <p:spPr>
          <a:xfrm>
            <a:off x="3227832" y="3813048"/>
            <a:ext cx="2596896" cy="182880"/>
          </a:xfrm>
          <a:prstGeom prst="rect">
            <a:avLst/>
          </a:prstGeom>
          <a:noFill/>
        </p:spPr>
        <p:txBody>
          <a:bodyPr wrap="square" lIns="0" rIns="0" tIns="0" bIns="0" anchor="t">
            <a:spAutoFit/>
          </a:bodyPr>
          <a:lstStyle/>
          <a:p>
            <a:pPr algn="r"/>
            <a:r>
              <a:rPr sz="900" b="1" i="0">
                <a:solidFill>
                  <a:srgbClr val="0D3C72"/>
                </a:solidFill>
                <a:latin typeface="Nunito"/>
              </a:rPr>
              <a:t>ISOLATED SUBNET</a:t>
            </a:r>
          </a:p>
        </p:txBody>
      </p:sp>
      <p:sp>
        <p:nvSpPr>
          <p:cNvPr id="31" name="card-Load balancer"/>
          <p:cNvSpPr/>
          <p:nvPr/>
        </p:nvSpPr>
        <p:spPr>
          <a:xfrm>
            <a:off x="3291840" y="1636776"/>
            <a:ext cx="1463040" cy="475488"/>
          </a:xfrm>
          <a:prstGeom prst="roundRect">
            <a:avLst>
              <a:gd name="adj" fmla="val 12000"/>
            </a:avLst>
          </a:prstGeom>
          <a:solidFill>
            <a:srgbClr val="FFFFFF"/>
          </a:solidFill>
          <a:ln w="9525">
            <a:solidFill>
              <a:srgbClr val="D9DDE1"/>
            </a:solidFill>
          </a:ln>
          <a:effectLst/>
        </p:spPr>
        <p:txBody>
          <a:bodyPr rtlCol="0" anchor="ctr"/>
          <a:lstStyle/>
          <a:p/>
        </p:txBody>
      </p:sp>
      <p:pic>
        <p:nvPicPr>
          <p:cNvPr id="32" name="icon-Load balancer" descr="alb.png"/>
          <p:cNvPicPr>
            <a:picLocks noChangeAspect="1"/>
          </p:cNvPicPr>
          <p:nvPr/>
        </p:nvPicPr>
        <p:blipFill>
          <a:blip r:embed="rId7"/>
          <a:stretch>
            <a:fillRect/>
          </a:stretch>
        </p:blipFill>
        <p:spPr>
          <a:xfrm>
            <a:off x="3364992" y="1709928"/>
            <a:ext cx="329184" cy="329184"/>
          </a:xfrm>
          <a:prstGeom prst="rect">
            <a:avLst/>
          </a:prstGeom>
        </p:spPr>
      </p:pic>
      <p:sp>
        <p:nvSpPr>
          <p:cNvPr id="33" name="label-Load balancer"/>
          <p:cNvSpPr txBox="1"/>
          <p:nvPr/>
        </p:nvSpPr>
        <p:spPr>
          <a:xfrm>
            <a:off x="3767328" y="1691640"/>
            <a:ext cx="941832" cy="384048"/>
          </a:xfrm>
          <a:prstGeom prst="rect">
            <a:avLst/>
          </a:prstGeom>
          <a:noFill/>
        </p:spPr>
        <p:txBody>
          <a:bodyPr wrap="square" lIns="0" rIns="0" tIns="0" bIns="0" anchor="ctr">
            <a:spAutoFit/>
          </a:bodyPr>
          <a:lstStyle/>
          <a:p>
            <a:pPr algn="l"/>
            <a:r>
              <a:rPr sz="1000" b="1" i="0">
                <a:solidFill>
                  <a:srgbClr val="14161D"/>
                </a:solidFill>
                <a:latin typeface="Nunito"/>
              </a:rPr>
              <a:t>Load balancer</a:t>
            </a:r>
          </a:p>
          <a:p>
            <a:pPr algn="l"/>
            <a:r>
              <a:rPr sz="900" b="0" i="0">
                <a:solidFill>
                  <a:srgbClr val="808285"/>
                </a:solidFill>
                <a:latin typeface="Nunito"/>
              </a:rPr>
              <a:t>only public entry</a:t>
            </a:r>
          </a:p>
        </p:txBody>
      </p:sp>
      <p:sp>
        <p:nvSpPr>
          <p:cNvPr id="34" name="card-API"/>
          <p:cNvSpPr/>
          <p:nvPr/>
        </p:nvSpPr>
        <p:spPr>
          <a:xfrm>
            <a:off x="3291840" y="2450592"/>
            <a:ext cx="1463040" cy="475488"/>
          </a:xfrm>
          <a:prstGeom prst="roundRect">
            <a:avLst>
              <a:gd name="adj" fmla="val 12000"/>
            </a:avLst>
          </a:prstGeom>
          <a:solidFill>
            <a:srgbClr val="FFFFFF"/>
          </a:solidFill>
          <a:ln w="9525">
            <a:solidFill>
              <a:srgbClr val="D9DDE1"/>
            </a:solidFill>
          </a:ln>
          <a:effectLst/>
        </p:spPr>
        <p:txBody>
          <a:bodyPr rtlCol="0" anchor="ctr"/>
          <a:lstStyle/>
          <a:p/>
        </p:txBody>
      </p:sp>
      <p:pic>
        <p:nvPicPr>
          <p:cNvPr id="35" name="icon-API" descr="fargate.png"/>
          <p:cNvPicPr>
            <a:picLocks noChangeAspect="1"/>
          </p:cNvPicPr>
          <p:nvPr/>
        </p:nvPicPr>
        <p:blipFill>
          <a:blip r:embed="rId8"/>
          <a:stretch>
            <a:fillRect/>
          </a:stretch>
        </p:blipFill>
        <p:spPr>
          <a:xfrm>
            <a:off x="3364992" y="2523744"/>
            <a:ext cx="329184" cy="329184"/>
          </a:xfrm>
          <a:prstGeom prst="rect">
            <a:avLst/>
          </a:prstGeom>
        </p:spPr>
      </p:pic>
      <p:sp>
        <p:nvSpPr>
          <p:cNvPr id="36" name="label-API"/>
          <p:cNvSpPr txBox="1"/>
          <p:nvPr/>
        </p:nvSpPr>
        <p:spPr>
          <a:xfrm>
            <a:off x="3767328" y="2505456"/>
            <a:ext cx="941832" cy="384048"/>
          </a:xfrm>
          <a:prstGeom prst="rect">
            <a:avLst/>
          </a:prstGeom>
          <a:noFill/>
        </p:spPr>
        <p:txBody>
          <a:bodyPr wrap="square" lIns="0" rIns="0" tIns="0" bIns="0" anchor="ctr">
            <a:spAutoFit/>
          </a:bodyPr>
          <a:lstStyle/>
          <a:p>
            <a:pPr algn="l"/>
            <a:r>
              <a:rPr sz="1000" b="1" i="0">
                <a:solidFill>
                  <a:srgbClr val="14161D"/>
                </a:solidFill>
                <a:latin typeface="Nunito"/>
              </a:rPr>
              <a:t>API</a:t>
            </a:r>
          </a:p>
          <a:p>
            <a:pPr algn="l"/>
            <a:r>
              <a:rPr sz="900" b="0" i="0">
                <a:solidFill>
                  <a:srgbClr val="808285"/>
                </a:solidFill>
                <a:latin typeface="Nunito"/>
              </a:rPr>
              <a:t>Node.js · Fargate</a:t>
            </a:r>
          </a:p>
        </p:txBody>
      </p:sp>
      <p:sp>
        <p:nvSpPr>
          <p:cNvPr id="37" name="card-Worker"/>
          <p:cNvSpPr/>
          <p:nvPr/>
        </p:nvSpPr>
        <p:spPr>
          <a:xfrm>
            <a:off x="4343400" y="3072384"/>
            <a:ext cx="1463040" cy="475488"/>
          </a:xfrm>
          <a:prstGeom prst="roundRect">
            <a:avLst>
              <a:gd name="adj" fmla="val 12000"/>
            </a:avLst>
          </a:prstGeom>
          <a:solidFill>
            <a:srgbClr val="FFFFFF"/>
          </a:solidFill>
          <a:ln w="9525">
            <a:solidFill>
              <a:srgbClr val="D9DDE1"/>
            </a:solidFill>
          </a:ln>
          <a:effectLst/>
        </p:spPr>
        <p:txBody>
          <a:bodyPr rtlCol="0" anchor="ctr"/>
          <a:lstStyle/>
          <a:p/>
        </p:txBody>
      </p:sp>
      <p:pic>
        <p:nvPicPr>
          <p:cNvPr id="38" name="icon-Worker" descr="fargate.png"/>
          <p:cNvPicPr>
            <a:picLocks noChangeAspect="1"/>
          </p:cNvPicPr>
          <p:nvPr/>
        </p:nvPicPr>
        <p:blipFill>
          <a:blip r:embed="rId8"/>
          <a:stretch>
            <a:fillRect/>
          </a:stretch>
        </p:blipFill>
        <p:spPr>
          <a:xfrm>
            <a:off x="4416552" y="3145536"/>
            <a:ext cx="329184" cy="329184"/>
          </a:xfrm>
          <a:prstGeom prst="rect">
            <a:avLst/>
          </a:prstGeom>
        </p:spPr>
      </p:pic>
      <p:sp>
        <p:nvSpPr>
          <p:cNvPr id="39" name="label-Worker"/>
          <p:cNvSpPr txBox="1"/>
          <p:nvPr/>
        </p:nvSpPr>
        <p:spPr>
          <a:xfrm>
            <a:off x="4818888" y="3127248"/>
            <a:ext cx="941831" cy="384048"/>
          </a:xfrm>
          <a:prstGeom prst="rect">
            <a:avLst/>
          </a:prstGeom>
          <a:noFill/>
        </p:spPr>
        <p:txBody>
          <a:bodyPr wrap="square" lIns="0" rIns="0" tIns="0" bIns="0" anchor="ctr">
            <a:spAutoFit/>
          </a:bodyPr>
          <a:lstStyle/>
          <a:p>
            <a:pPr algn="l"/>
            <a:r>
              <a:rPr sz="1000" b="1" i="0">
                <a:solidFill>
                  <a:srgbClr val="14161D"/>
                </a:solidFill>
                <a:latin typeface="Nunito"/>
              </a:rPr>
              <a:t>Worker</a:t>
            </a:r>
          </a:p>
          <a:p>
            <a:pPr algn="l"/>
            <a:r>
              <a:rPr sz="900" b="0" i="0">
                <a:solidFill>
                  <a:srgbClr val="808285"/>
                </a:solidFill>
                <a:latin typeface="Nunito"/>
              </a:rPr>
              <a:t>Node.js · Fargate</a:t>
            </a:r>
          </a:p>
        </p:txBody>
      </p:sp>
      <p:sp>
        <p:nvSpPr>
          <p:cNvPr id="40" name="card-PostgreSQL"/>
          <p:cNvSpPr/>
          <p:nvPr/>
        </p:nvSpPr>
        <p:spPr>
          <a:xfrm>
            <a:off x="3291840" y="3931920"/>
            <a:ext cx="1463040" cy="475488"/>
          </a:xfrm>
          <a:prstGeom prst="roundRect">
            <a:avLst>
              <a:gd name="adj" fmla="val 12000"/>
            </a:avLst>
          </a:prstGeom>
          <a:solidFill>
            <a:srgbClr val="FFFFFF"/>
          </a:solidFill>
          <a:ln w="9525">
            <a:solidFill>
              <a:srgbClr val="D9DDE1"/>
            </a:solidFill>
          </a:ln>
          <a:effectLst/>
        </p:spPr>
        <p:txBody>
          <a:bodyPr rtlCol="0" anchor="ctr"/>
          <a:lstStyle/>
          <a:p/>
        </p:txBody>
      </p:sp>
      <p:pic>
        <p:nvPicPr>
          <p:cNvPr id="41" name="icon-PostgreSQL" descr="rds.png"/>
          <p:cNvPicPr>
            <a:picLocks noChangeAspect="1"/>
          </p:cNvPicPr>
          <p:nvPr/>
        </p:nvPicPr>
        <p:blipFill>
          <a:blip r:embed="rId9"/>
          <a:stretch>
            <a:fillRect/>
          </a:stretch>
        </p:blipFill>
        <p:spPr>
          <a:xfrm>
            <a:off x="3364992" y="4005072"/>
            <a:ext cx="329184" cy="329184"/>
          </a:xfrm>
          <a:prstGeom prst="rect">
            <a:avLst/>
          </a:prstGeom>
        </p:spPr>
      </p:pic>
      <p:sp>
        <p:nvSpPr>
          <p:cNvPr id="42" name="label-PostgreSQL"/>
          <p:cNvSpPr txBox="1"/>
          <p:nvPr/>
        </p:nvSpPr>
        <p:spPr>
          <a:xfrm>
            <a:off x="3767328" y="3986783"/>
            <a:ext cx="941832" cy="384048"/>
          </a:xfrm>
          <a:prstGeom prst="rect">
            <a:avLst/>
          </a:prstGeom>
          <a:noFill/>
        </p:spPr>
        <p:txBody>
          <a:bodyPr wrap="square" lIns="0" rIns="0" tIns="0" bIns="0" anchor="ctr">
            <a:spAutoFit/>
          </a:bodyPr>
          <a:lstStyle/>
          <a:p>
            <a:pPr algn="l"/>
            <a:r>
              <a:rPr sz="1000" b="1" i="0">
                <a:solidFill>
                  <a:srgbClr val="14161D"/>
                </a:solidFill>
                <a:latin typeface="Nunito"/>
              </a:rPr>
              <a:t>PostgreSQL</a:t>
            </a:r>
          </a:p>
          <a:p>
            <a:pPr algn="l"/>
            <a:r>
              <a:rPr sz="900" b="0" i="0">
                <a:solidFill>
                  <a:srgbClr val="808285"/>
                </a:solidFill>
                <a:latin typeface="Nunito"/>
              </a:rPr>
              <a:t>RDS · Multi-AZ</a:t>
            </a:r>
          </a:p>
        </p:txBody>
      </p:sp>
      <p:sp>
        <p:nvSpPr>
          <p:cNvPr id="43" name="group-MANAGED SERVICES"/>
          <p:cNvSpPr/>
          <p:nvPr/>
        </p:nvSpPr>
        <p:spPr>
          <a:xfrm>
            <a:off x="6172200" y="1188720"/>
            <a:ext cx="2514600" cy="2514600"/>
          </a:xfrm>
          <a:prstGeom prst="roundRect">
            <a:avLst>
              <a:gd name="adj" fmla="val 4000"/>
            </a:avLst>
          </a:prstGeom>
          <a:noFill/>
          <a:ln w="9525">
            <a:solidFill>
              <a:srgbClr val="D9DDE1"/>
            </a:solidFill>
            <a:prstDash val="dash"/>
          </a:ln>
          <a:effectLst/>
        </p:spPr>
        <p:txBody>
          <a:bodyPr rtlCol="0" anchor="ctr"/>
          <a:lstStyle/>
          <a:p/>
        </p:txBody>
      </p:sp>
      <p:sp>
        <p:nvSpPr>
          <p:cNvPr id="44" name="TextBox 43"/>
          <p:cNvSpPr txBox="1"/>
          <p:nvPr/>
        </p:nvSpPr>
        <p:spPr>
          <a:xfrm>
            <a:off x="6245352" y="1234440"/>
            <a:ext cx="2368296" cy="182880"/>
          </a:xfrm>
          <a:prstGeom prst="rect">
            <a:avLst/>
          </a:prstGeom>
          <a:noFill/>
        </p:spPr>
        <p:txBody>
          <a:bodyPr wrap="square" lIns="0" rIns="0" tIns="0" bIns="0" anchor="t">
            <a:spAutoFit/>
          </a:bodyPr>
          <a:lstStyle/>
          <a:p>
            <a:pPr algn="l"/>
            <a:r>
              <a:rPr sz="900" b="1" i="0">
                <a:solidFill>
                  <a:srgbClr val="808285"/>
                </a:solidFill>
                <a:latin typeface="Nunito"/>
              </a:rPr>
              <a:t>MANAGED SERVICES</a:t>
            </a:r>
          </a:p>
        </p:txBody>
      </p:sp>
      <p:sp>
        <p:nvSpPr>
          <p:cNvPr id="45" name="card-Photo storage"/>
          <p:cNvSpPr/>
          <p:nvPr/>
        </p:nvSpPr>
        <p:spPr>
          <a:xfrm>
            <a:off x="6263640" y="1636776"/>
            <a:ext cx="2331720" cy="475488"/>
          </a:xfrm>
          <a:prstGeom prst="roundRect">
            <a:avLst>
              <a:gd name="adj" fmla="val 12000"/>
            </a:avLst>
          </a:prstGeom>
          <a:solidFill>
            <a:srgbClr val="FFFFFF"/>
          </a:solidFill>
          <a:ln w="9525">
            <a:solidFill>
              <a:srgbClr val="D9DDE1"/>
            </a:solidFill>
          </a:ln>
          <a:effectLst/>
        </p:spPr>
        <p:txBody>
          <a:bodyPr rtlCol="0" anchor="ctr"/>
          <a:lstStyle/>
          <a:p/>
        </p:txBody>
      </p:sp>
      <p:pic>
        <p:nvPicPr>
          <p:cNvPr id="46" name="icon-Photo storage" descr="s3.png"/>
          <p:cNvPicPr>
            <a:picLocks noChangeAspect="1"/>
          </p:cNvPicPr>
          <p:nvPr/>
        </p:nvPicPr>
        <p:blipFill>
          <a:blip r:embed="rId4"/>
          <a:stretch>
            <a:fillRect/>
          </a:stretch>
        </p:blipFill>
        <p:spPr>
          <a:xfrm>
            <a:off x="6336792" y="1709928"/>
            <a:ext cx="329184" cy="329184"/>
          </a:xfrm>
          <a:prstGeom prst="rect">
            <a:avLst/>
          </a:prstGeom>
        </p:spPr>
      </p:pic>
      <p:sp>
        <p:nvSpPr>
          <p:cNvPr id="47" name="label-Photo storage"/>
          <p:cNvSpPr txBox="1"/>
          <p:nvPr/>
        </p:nvSpPr>
        <p:spPr>
          <a:xfrm>
            <a:off x="6739128" y="1691640"/>
            <a:ext cx="1810511" cy="384048"/>
          </a:xfrm>
          <a:prstGeom prst="rect">
            <a:avLst/>
          </a:prstGeom>
          <a:noFill/>
        </p:spPr>
        <p:txBody>
          <a:bodyPr wrap="square" lIns="0" rIns="0" tIns="0" bIns="0" anchor="ctr">
            <a:spAutoFit/>
          </a:bodyPr>
          <a:lstStyle/>
          <a:p>
            <a:pPr algn="l"/>
            <a:r>
              <a:rPr sz="1000" b="1" i="0">
                <a:solidFill>
                  <a:srgbClr val="14161D"/>
                </a:solidFill>
                <a:latin typeface="Nunito"/>
              </a:rPr>
              <a:t>Photo storage</a:t>
            </a:r>
          </a:p>
          <a:p>
            <a:pPr algn="l"/>
            <a:r>
              <a:rPr sz="900" b="0" i="0">
                <a:solidFill>
                  <a:srgbClr val="808285"/>
                </a:solidFill>
                <a:latin typeface="Nunito"/>
              </a:rPr>
              <a:t>S3 · direct signed upload</a:t>
            </a:r>
          </a:p>
        </p:txBody>
      </p:sp>
      <p:sp>
        <p:nvSpPr>
          <p:cNvPr id="48" name="card-Job queue"/>
          <p:cNvSpPr/>
          <p:nvPr/>
        </p:nvSpPr>
        <p:spPr>
          <a:xfrm>
            <a:off x="6263640" y="2450592"/>
            <a:ext cx="2331720" cy="475488"/>
          </a:xfrm>
          <a:prstGeom prst="roundRect">
            <a:avLst>
              <a:gd name="adj" fmla="val 12000"/>
            </a:avLst>
          </a:prstGeom>
          <a:solidFill>
            <a:srgbClr val="FFFFFF"/>
          </a:solidFill>
          <a:ln w="9525">
            <a:solidFill>
              <a:srgbClr val="D9DDE1"/>
            </a:solidFill>
          </a:ln>
          <a:effectLst/>
        </p:spPr>
        <p:txBody>
          <a:bodyPr rtlCol="0" anchor="ctr"/>
          <a:lstStyle/>
          <a:p/>
        </p:txBody>
      </p:sp>
      <p:pic>
        <p:nvPicPr>
          <p:cNvPr id="49" name="icon-Job queue" descr="sqs.png"/>
          <p:cNvPicPr>
            <a:picLocks noChangeAspect="1"/>
          </p:cNvPicPr>
          <p:nvPr/>
        </p:nvPicPr>
        <p:blipFill>
          <a:blip r:embed="rId10"/>
          <a:stretch>
            <a:fillRect/>
          </a:stretch>
        </p:blipFill>
        <p:spPr>
          <a:xfrm>
            <a:off x="6336792" y="2523744"/>
            <a:ext cx="329184" cy="329184"/>
          </a:xfrm>
          <a:prstGeom prst="rect">
            <a:avLst/>
          </a:prstGeom>
        </p:spPr>
      </p:pic>
      <p:sp>
        <p:nvSpPr>
          <p:cNvPr id="50" name="label-Job queue"/>
          <p:cNvSpPr txBox="1"/>
          <p:nvPr/>
        </p:nvSpPr>
        <p:spPr>
          <a:xfrm>
            <a:off x="6739128" y="2505456"/>
            <a:ext cx="1810511" cy="384048"/>
          </a:xfrm>
          <a:prstGeom prst="rect">
            <a:avLst/>
          </a:prstGeom>
          <a:noFill/>
        </p:spPr>
        <p:txBody>
          <a:bodyPr wrap="square" lIns="0" rIns="0" tIns="0" bIns="0" anchor="ctr">
            <a:spAutoFit/>
          </a:bodyPr>
          <a:lstStyle/>
          <a:p>
            <a:pPr algn="l"/>
            <a:r>
              <a:rPr sz="1000" b="1" i="0">
                <a:solidFill>
                  <a:srgbClr val="14161D"/>
                </a:solidFill>
                <a:latin typeface="Nunito"/>
              </a:rPr>
              <a:t>Job queue</a:t>
            </a:r>
          </a:p>
          <a:p>
            <a:pPr algn="l"/>
            <a:r>
              <a:rPr sz="900" b="0" i="0">
                <a:solidFill>
                  <a:srgbClr val="808285"/>
                </a:solidFill>
                <a:latin typeface="Nunito"/>
              </a:rPr>
              <a:t>SQS + dead-letter queue</a:t>
            </a:r>
          </a:p>
        </p:txBody>
      </p:sp>
      <p:sp>
        <p:nvSpPr>
          <p:cNvPr id="51" name="card-Email + SMS"/>
          <p:cNvSpPr/>
          <p:nvPr/>
        </p:nvSpPr>
        <p:spPr>
          <a:xfrm>
            <a:off x="6263640" y="3072384"/>
            <a:ext cx="2331720" cy="475488"/>
          </a:xfrm>
          <a:prstGeom prst="roundRect">
            <a:avLst>
              <a:gd name="adj" fmla="val 12000"/>
            </a:avLst>
          </a:prstGeom>
          <a:solidFill>
            <a:srgbClr val="FFFFFF"/>
          </a:solidFill>
          <a:ln w="9525">
            <a:solidFill>
              <a:srgbClr val="D9DDE1"/>
            </a:solidFill>
          </a:ln>
          <a:effectLst/>
        </p:spPr>
        <p:txBody>
          <a:bodyPr rtlCol="0" anchor="ctr"/>
          <a:lstStyle/>
          <a:p/>
        </p:txBody>
      </p:sp>
      <p:pic>
        <p:nvPicPr>
          <p:cNvPr id="52" name="icon-Email + SMS" descr="ses.png"/>
          <p:cNvPicPr>
            <a:picLocks noChangeAspect="1"/>
          </p:cNvPicPr>
          <p:nvPr/>
        </p:nvPicPr>
        <p:blipFill>
          <a:blip r:embed="rId11"/>
          <a:stretch>
            <a:fillRect/>
          </a:stretch>
        </p:blipFill>
        <p:spPr>
          <a:xfrm>
            <a:off x="6336792" y="3145536"/>
            <a:ext cx="329184" cy="329184"/>
          </a:xfrm>
          <a:prstGeom prst="rect">
            <a:avLst/>
          </a:prstGeom>
        </p:spPr>
      </p:pic>
      <p:pic>
        <p:nvPicPr>
          <p:cNvPr id="53" name="icon2-Email + SMS" descr="sms.png"/>
          <p:cNvPicPr>
            <a:picLocks noChangeAspect="1"/>
          </p:cNvPicPr>
          <p:nvPr/>
        </p:nvPicPr>
        <p:blipFill>
          <a:blip r:embed="rId12"/>
          <a:stretch>
            <a:fillRect/>
          </a:stretch>
        </p:blipFill>
        <p:spPr>
          <a:xfrm>
            <a:off x="6739128" y="3145536"/>
            <a:ext cx="329184" cy="329184"/>
          </a:xfrm>
          <a:prstGeom prst="rect">
            <a:avLst/>
          </a:prstGeom>
        </p:spPr>
      </p:pic>
      <p:sp>
        <p:nvSpPr>
          <p:cNvPr id="54" name="label-Email + SMS"/>
          <p:cNvSpPr txBox="1"/>
          <p:nvPr/>
        </p:nvSpPr>
        <p:spPr>
          <a:xfrm>
            <a:off x="7141464" y="3127248"/>
            <a:ext cx="1408175" cy="384048"/>
          </a:xfrm>
          <a:prstGeom prst="rect">
            <a:avLst/>
          </a:prstGeom>
          <a:noFill/>
        </p:spPr>
        <p:txBody>
          <a:bodyPr wrap="square" lIns="0" rIns="0" tIns="0" bIns="0" anchor="ctr">
            <a:spAutoFit/>
          </a:bodyPr>
          <a:lstStyle/>
          <a:p>
            <a:pPr algn="l"/>
            <a:r>
              <a:rPr sz="1000" b="1" i="0">
                <a:solidFill>
                  <a:srgbClr val="14161D"/>
                </a:solidFill>
                <a:latin typeface="Nunito"/>
              </a:rPr>
              <a:t>Email + SMS</a:t>
            </a:r>
          </a:p>
          <a:p>
            <a:pPr algn="l"/>
            <a:r>
              <a:rPr sz="900" b="0" i="0">
                <a:solidFill>
                  <a:srgbClr val="808285"/>
                </a:solidFill>
                <a:latin typeface="Nunito"/>
              </a:rPr>
              <a:t>SES · End User Messaging</a:t>
            </a:r>
          </a:p>
        </p:txBody>
      </p:sp>
      <p:sp>
        <p:nvSpPr>
          <p:cNvPr id="55" name="group-OPERATE"/>
          <p:cNvSpPr/>
          <p:nvPr/>
        </p:nvSpPr>
        <p:spPr>
          <a:xfrm>
            <a:off x="6172200" y="3840480"/>
            <a:ext cx="2514600" cy="804672"/>
          </a:xfrm>
          <a:prstGeom prst="roundRect">
            <a:avLst>
              <a:gd name="adj" fmla="val 4000"/>
            </a:avLst>
          </a:prstGeom>
          <a:noFill/>
          <a:ln w="9525">
            <a:solidFill>
              <a:srgbClr val="D9DDE1"/>
            </a:solidFill>
            <a:prstDash val="dash"/>
          </a:ln>
          <a:effectLst/>
        </p:spPr>
        <p:txBody>
          <a:bodyPr rtlCol="0" anchor="ctr"/>
          <a:lstStyle/>
          <a:p/>
        </p:txBody>
      </p:sp>
      <p:sp>
        <p:nvSpPr>
          <p:cNvPr id="56" name="TextBox 55"/>
          <p:cNvSpPr txBox="1"/>
          <p:nvPr/>
        </p:nvSpPr>
        <p:spPr>
          <a:xfrm>
            <a:off x="6245352" y="3886200"/>
            <a:ext cx="2368296" cy="182880"/>
          </a:xfrm>
          <a:prstGeom prst="rect">
            <a:avLst/>
          </a:prstGeom>
          <a:noFill/>
        </p:spPr>
        <p:txBody>
          <a:bodyPr wrap="square" lIns="0" rIns="0" tIns="0" bIns="0" anchor="t">
            <a:spAutoFit/>
          </a:bodyPr>
          <a:lstStyle/>
          <a:p>
            <a:pPr algn="l"/>
            <a:r>
              <a:rPr sz="900" b="1" i="0">
                <a:solidFill>
                  <a:srgbClr val="808285"/>
                </a:solidFill>
                <a:latin typeface="Nunito"/>
              </a:rPr>
              <a:t>OPERATE</a:t>
            </a:r>
          </a:p>
        </p:txBody>
      </p:sp>
      <p:pic>
        <p:nvPicPr>
          <p:cNvPr id="57" name="Picture 56" descr="secrets.png"/>
          <p:cNvPicPr>
            <a:picLocks noChangeAspect="1"/>
          </p:cNvPicPr>
          <p:nvPr/>
        </p:nvPicPr>
        <p:blipFill>
          <a:blip r:embed="rId13"/>
          <a:stretch>
            <a:fillRect/>
          </a:stretch>
        </p:blipFill>
        <p:spPr>
          <a:xfrm>
            <a:off x="6428232" y="4041648"/>
            <a:ext cx="310896" cy="310896"/>
          </a:xfrm>
          <a:prstGeom prst="rect">
            <a:avLst/>
          </a:prstGeom>
        </p:spPr>
      </p:pic>
      <p:sp>
        <p:nvSpPr>
          <p:cNvPr id="58" name="TextBox 57"/>
          <p:cNvSpPr txBox="1"/>
          <p:nvPr/>
        </p:nvSpPr>
        <p:spPr>
          <a:xfrm>
            <a:off x="6172200" y="4379976"/>
            <a:ext cx="822960" cy="201168"/>
          </a:xfrm>
          <a:prstGeom prst="rect">
            <a:avLst/>
          </a:prstGeom>
          <a:noFill/>
        </p:spPr>
        <p:txBody>
          <a:bodyPr wrap="square" lIns="0" rIns="0" tIns="0" bIns="0" anchor="t">
            <a:spAutoFit/>
          </a:bodyPr>
          <a:lstStyle/>
          <a:p>
            <a:pPr algn="ctr"/>
            <a:r>
              <a:rPr sz="900" b="0" i="0">
                <a:solidFill>
                  <a:srgbClr val="14161D"/>
                </a:solidFill>
                <a:latin typeface="Nunito"/>
              </a:rPr>
              <a:t>Secrets</a:t>
            </a:r>
          </a:p>
        </p:txBody>
      </p:sp>
      <p:pic>
        <p:nvPicPr>
          <p:cNvPr id="59" name="Picture 58" descr="cloudwatch.png"/>
          <p:cNvPicPr>
            <a:picLocks noChangeAspect="1"/>
          </p:cNvPicPr>
          <p:nvPr/>
        </p:nvPicPr>
        <p:blipFill>
          <a:blip r:embed="rId14"/>
          <a:stretch>
            <a:fillRect/>
          </a:stretch>
        </p:blipFill>
        <p:spPr>
          <a:xfrm>
            <a:off x="7251192" y="4041648"/>
            <a:ext cx="310896" cy="310896"/>
          </a:xfrm>
          <a:prstGeom prst="rect">
            <a:avLst/>
          </a:prstGeom>
        </p:spPr>
      </p:pic>
      <p:sp>
        <p:nvSpPr>
          <p:cNvPr id="60" name="TextBox 59"/>
          <p:cNvSpPr txBox="1"/>
          <p:nvPr/>
        </p:nvSpPr>
        <p:spPr>
          <a:xfrm>
            <a:off x="6995159" y="4379976"/>
            <a:ext cx="822960" cy="201168"/>
          </a:xfrm>
          <a:prstGeom prst="rect">
            <a:avLst/>
          </a:prstGeom>
          <a:noFill/>
        </p:spPr>
        <p:txBody>
          <a:bodyPr wrap="square" lIns="0" rIns="0" tIns="0" bIns="0" anchor="t">
            <a:spAutoFit/>
          </a:bodyPr>
          <a:lstStyle/>
          <a:p>
            <a:pPr algn="ctr"/>
            <a:r>
              <a:rPr sz="900" b="0" i="0">
                <a:solidFill>
                  <a:srgbClr val="14161D"/>
                </a:solidFill>
                <a:latin typeface="Nunito"/>
              </a:rPr>
              <a:t>CloudWatch</a:t>
            </a:r>
          </a:p>
        </p:txBody>
      </p:sp>
      <p:pic>
        <p:nvPicPr>
          <p:cNvPr id="61" name="Picture 60" descr="ecr.png"/>
          <p:cNvPicPr>
            <a:picLocks noChangeAspect="1"/>
          </p:cNvPicPr>
          <p:nvPr/>
        </p:nvPicPr>
        <p:blipFill>
          <a:blip r:embed="rId15"/>
          <a:stretch>
            <a:fillRect/>
          </a:stretch>
        </p:blipFill>
        <p:spPr>
          <a:xfrm>
            <a:off x="8074152" y="4041648"/>
            <a:ext cx="310896" cy="310896"/>
          </a:xfrm>
          <a:prstGeom prst="rect">
            <a:avLst/>
          </a:prstGeom>
        </p:spPr>
      </p:pic>
      <p:sp>
        <p:nvSpPr>
          <p:cNvPr id="62" name="TextBox 61"/>
          <p:cNvSpPr txBox="1"/>
          <p:nvPr/>
        </p:nvSpPr>
        <p:spPr>
          <a:xfrm>
            <a:off x="7818120" y="4379976"/>
            <a:ext cx="822960" cy="201168"/>
          </a:xfrm>
          <a:prstGeom prst="rect">
            <a:avLst/>
          </a:prstGeom>
          <a:noFill/>
        </p:spPr>
        <p:txBody>
          <a:bodyPr wrap="square" lIns="0" rIns="0" tIns="0" bIns="0" anchor="t">
            <a:spAutoFit/>
          </a:bodyPr>
          <a:lstStyle/>
          <a:p>
            <a:pPr algn="ctr"/>
            <a:r>
              <a:rPr sz="900" b="0" i="0">
                <a:solidFill>
                  <a:srgbClr val="14161D"/>
                </a:solidFill>
                <a:latin typeface="Nunito"/>
              </a:rPr>
              <a:t>CI/CD · ECR</a:t>
            </a:r>
          </a:p>
        </p:txBody>
      </p:sp>
      <p:cxnSp>
        <p:nvCxnSpPr>
          <p:cNvPr id="63" name="Connector 62"/>
          <p:cNvCxnSpPr/>
          <p:nvPr/>
        </p:nvCxnSpPr>
        <p:spPr>
          <a:xfrm>
            <a:off x="1325880" y="1874519"/>
            <a:ext cx="228600" cy="0"/>
          </a:xfrm>
          <a:prstGeom prst="line">
            <a:avLst/>
          </a:prstGeom>
          <a:ln w="19050">
            <a:solidFill>
              <a:srgbClr val="0D3C72"/>
            </a:solidFill>
            <a:tailEnd type="triangle" w="med" len="med"/>
          </a:ln>
        </p:spPr>
      </p:cxnSp>
      <p:cxnSp>
        <p:nvCxnSpPr>
          <p:cNvPr id="64" name="Connector 63"/>
          <p:cNvCxnSpPr/>
          <p:nvPr/>
        </p:nvCxnSpPr>
        <p:spPr>
          <a:xfrm>
            <a:off x="2194560" y="2112264"/>
            <a:ext cx="0" cy="402336"/>
          </a:xfrm>
          <a:prstGeom prst="line">
            <a:avLst/>
          </a:prstGeom>
          <a:ln w="19050">
            <a:solidFill>
              <a:srgbClr val="0D3C72"/>
            </a:solidFill>
            <a:tailEnd type="triangle" w="med" len="med"/>
          </a:ln>
        </p:spPr>
      </p:cxnSp>
      <p:cxnSp>
        <p:nvCxnSpPr>
          <p:cNvPr id="65" name="cf-alb-0"/>
          <p:cNvCxnSpPr/>
          <p:nvPr/>
        </p:nvCxnSpPr>
        <p:spPr>
          <a:xfrm>
            <a:off x="2834640" y="1874519"/>
            <a:ext cx="457200" cy="0"/>
          </a:xfrm>
          <a:prstGeom prst="line">
            <a:avLst/>
          </a:prstGeom>
          <a:ln w="19050">
            <a:solidFill>
              <a:srgbClr val="0D3C72"/>
            </a:solidFill>
            <a:tailEnd type="triangle" w="med" len="med"/>
          </a:ln>
        </p:spPr>
      </p:cxnSp>
      <p:sp>
        <p:nvSpPr>
          <p:cNvPr id="66" name="TextBox 65"/>
          <p:cNvSpPr txBox="1"/>
          <p:nvPr/>
        </p:nvSpPr>
        <p:spPr>
          <a:xfrm>
            <a:off x="2862072" y="1664208"/>
            <a:ext cx="411480" cy="182880"/>
          </a:xfrm>
          <a:prstGeom prst="rect">
            <a:avLst/>
          </a:prstGeom>
          <a:noFill/>
        </p:spPr>
        <p:txBody>
          <a:bodyPr wrap="square" lIns="0" rIns="0" tIns="0" bIns="0" anchor="t">
            <a:spAutoFit/>
          </a:bodyPr>
          <a:lstStyle/>
          <a:p>
            <a:pPr algn="ctr"/>
            <a:r>
              <a:rPr sz="900" b="0" i="0">
                <a:solidFill>
                  <a:srgbClr val="808285"/>
                </a:solidFill>
                <a:latin typeface="Nunito"/>
              </a:rPr>
              <a:t>/api</a:t>
            </a:r>
          </a:p>
        </p:txBody>
      </p:sp>
      <p:cxnSp>
        <p:nvCxnSpPr>
          <p:cNvPr id="67" name="Connector 66"/>
          <p:cNvCxnSpPr/>
          <p:nvPr/>
        </p:nvCxnSpPr>
        <p:spPr>
          <a:xfrm>
            <a:off x="3657600" y="2112264"/>
            <a:ext cx="0" cy="338328"/>
          </a:xfrm>
          <a:prstGeom prst="line">
            <a:avLst/>
          </a:prstGeom>
          <a:ln w="19050">
            <a:solidFill>
              <a:srgbClr val="0D3C72"/>
            </a:solidFill>
            <a:tailEnd type="triangle" w="med" len="med"/>
          </a:ln>
        </p:spPr>
      </p:cxnSp>
      <p:cxnSp>
        <p:nvCxnSpPr>
          <p:cNvPr id="68" name="api-db-0"/>
          <p:cNvCxnSpPr/>
          <p:nvPr/>
        </p:nvCxnSpPr>
        <p:spPr>
          <a:xfrm>
            <a:off x="3474720" y="2926080"/>
            <a:ext cx="0" cy="1005840"/>
          </a:xfrm>
          <a:prstGeom prst="line">
            <a:avLst/>
          </a:prstGeom>
          <a:ln w="19050">
            <a:solidFill>
              <a:srgbClr val="0D3C72"/>
            </a:solidFill>
            <a:tailEnd type="triangle" w="med" len="med"/>
          </a:ln>
        </p:spPr>
      </p:cxnSp>
      <p:cxnSp>
        <p:nvCxnSpPr>
          <p:cNvPr id="69" name="worker-db-0"/>
          <p:cNvCxnSpPr/>
          <p:nvPr/>
        </p:nvCxnSpPr>
        <p:spPr>
          <a:xfrm>
            <a:off x="4572000" y="3547872"/>
            <a:ext cx="0" cy="384048"/>
          </a:xfrm>
          <a:prstGeom prst="line">
            <a:avLst/>
          </a:prstGeom>
          <a:ln w="19050">
            <a:solidFill>
              <a:srgbClr val="0D3C72"/>
            </a:solidFill>
            <a:tailEnd type="triangle" w="med" len="med"/>
          </a:ln>
        </p:spPr>
      </p:cxnSp>
      <p:cxnSp>
        <p:nvCxnSpPr>
          <p:cNvPr id="70" name="signin-0"/>
          <p:cNvCxnSpPr/>
          <p:nvPr/>
        </p:nvCxnSpPr>
        <p:spPr>
          <a:xfrm>
            <a:off x="886968" y="2331720"/>
            <a:ext cx="0" cy="1956816"/>
          </a:xfrm>
          <a:prstGeom prst="line">
            <a:avLst/>
          </a:prstGeom>
          <a:ln w="15875">
            <a:solidFill>
              <a:srgbClr val="DB3063"/>
            </a:solidFill>
          </a:ln>
        </p:spPr>
      </p:cxnSp>
      <p:cxnSp>
        <p:nvCxnSpPr>
          <p:cNvPr id="71" name="signin-1"/>
          <p:cNvCxnSpPr/>
          <p:nvPr/>
        </p:nvCxnSpPr>
        <p:spPr>
          <a:xfrm>
            <a:off x="886968" y="4288536"/>
            <a:ext cx="667512" cy="0"/>
          </a:xfrm>
          <a:prstGeom prst="line">
            <a:avLst/>
          </a:prstGeom>
          <a:ln w="15875">
            <a:solidFill>
              <a:srgbClr val="DB3063"/>
            </a:solidFill>
            <a:tailEnd type="triangle" w="med" len="med"/>
          </a:ln>
        </p:spPr>
      </p:cxnSp>
      <p:sp>
        <p:nvSpPr>
          <p:cNvPr id="72" name="TextBox 71"/>
          <p:cNvSpPr txBox="1"/>
          <p:nvPr/>
        </p:nvSpPr>
        <p:spPr>
          <a:xfrm>
            <a:off x="502920" y="2971800"/>
            <a:ext cx="347472" cy="548640"/>
          </a:xfrm>
          <a:prstGeom prst="rect">
            <a:avLst/>
          </a:prstGeom>
          <a:noFill/>
        </p:spPr>
        <p:txBody>
          <a:bodyPr wrap="square" lIns="0" rIns="0" tIns="0" bIns="0" anchor="t">
            <a:spAutoFit/>
          </a:bodyPr>
          <a:lstStyle/>
          <a:p>
            <a:pPr algn="r"/>
            <a:r>
              <a:rPr sz="900" b="0" i="0">
                <a:solidFill>
                  <a:srgbClr val="DB3063"/>
                </a:solidFill>
                <a:latin typeface="Nunito"/>
              </a:rPr>
              <a:t>sign in</a:t>
            </a:r>
          </a:p>
        </p:txBody>
      </p:sp>
      <p:cxnSp>
        <p:nvCxnSpPr>
          <p:cNvPr id="73" name="api-sqs-0"/>
          <p:cNvCxnSpPr/>
          <p:nvPr/>
        </p:nvCxnSpPr>
        <p:spPr>
          <a:xfrm>
            <a:off x="4754880" y="2688336"/>
            <a:ext cx="1508760" cy="0"/>
          </a:xfrm>
          <a:prstGeom prst="line">
            <a:avLst/>
          </a:prstGeom>
          <a:ln w="19050">
            <a:solidFill>
              <a:srgbClr val="05ACC8"/>
            </a:solidFill>
            <a:prstDash val="lgDash"/>
            <a:tailEnd type="triangle" w="med" len="med"/>
          </a:ln>
        </p:spPr>
      </p:cxnSp>
      <p:sp>
        <p:nvSpPr>
          <p:cNvPr id="74" name="TextBox 73"/>
          <p:cNvSpPr txBox="1"/>
          <p:nvPr/>
        </p:nvSpPr>
        <p:spPr>
          <a:xfrm>
            <a:off x="5989320" y="2487168"/>
            <a:ext cx="274320" cy="182880"/>
          </a:xfrm>
          <a:prstGeom prst="rect">
            <a:avLst/>
          </a:prstGeom>
          <a:noFill/>
        </p:spPr>
        <p:txBody>
          <a:bodyPr wrap="square" lIns="0" rIns="0" tIns="0" bIns="0" anchor="t">
            <a:spAutoFit/>
          </a:bodyPr>
          <a:lstStyle/>
          <a:p>
            <a:pPr algn="ctr"/>
            <a:r>
              <a:rPr sz="900" b="0" i="0">
                <a:solidFill>
                  <a:srgbClr val="05ACC8"/>
                </a:solidFill>
                <a:latin typeface="Nunito"/>
              </a:rPr>
              <a:t>job</a:t>
            </a:r>
          </a:p>
        </p:txBody>
      </p:sp>
      <p:cxnSp>
        <p:nvCxnSpPr>
          <p:cNvPr id="75" name="sqs-worker-0"/>
          <p:cNvCxnSpPr/>
          <p:nvPr/>
        </p:nvCxnSpPr>
        <p:spPr>
          <a:xfrm flipH="1">
            <a:off x="5577840" y="2852928"/>
            <a:ext cx="685800" cy="0"/>
          </a:xfrm>
          <a:prstGeom prst="line">
            <a:avLst/>
          </a:prstGeom>
          <a:ln w="19050">
            <a:solidFill>
              <a:srgbClr val="05ACC8"/>
            </a:solidFill>
            <a:prstDash val="lgDash"/>
          </a:ln>
        </p:spPr>
      </p:cxnSp>
      <p:cxnSp>
        <p:nvCxnSpPr>
          <p:cNvPr id="76" name="sqs-worker-1"/>
          <p:cNvCxnSpPr/>
          <p:nvPr/>
        </p:nvCxnSpPr>
        <p:spPr>
          <a:xfrm>
            <a:off x="5577840" y="2852928"/>
            <a:ext cx="0" cy="219456"/>
          </a:xfrm>
          <a:prstGeom prst="line">
            <a:avLst/>
          </a:prstGeom>
          <a:ln w="19050">
            <a:solidFill>
              <a:srgbClr val="05ACC8"/>
            </a:solidFill>
            <a:prstDash val="lgDash"/>
            <a:tailEnd type="triangle" w="med" len="med"/>
          </a:ln>
        </p:spPr>
      </p:cxnSp>
      <p:cxnSp>
        <p:nvCxnSpPr>
          <p:cNvPr id="77" name="worker-notify-0"/>
          <p:cNvCxnSpPr/>
          <p:nvPr/>
        </p:nvCxnSpPr>
        <p:spPr>
          <a:xfrm>
            <a:off x="5806440" y="3310128"/>
            <a:ext cx="457200" cy="0"/>
          </a:xfrm>
          <a:prstGeom prst="line">
            <a:avLst/>
          </a:prstGeom>
          <a:ln w="19050">
            <a:solidFill>
              <a:srgbClr val="05ACC8"/>
            </a:solidFill>
            <a:prstDash val="lgDash"/>
            <a:tailEnd type="triangle" w="med" len="med"/>
          </a:ln>
        </p:spPr>
      </p:cxnSp>
      <p:sp>
        <p:nvSpPr>
          <p:cNvPr id="101" name="Google Shape;101;p20"/>
          <p:cNvSpPr txBox="1"/>
          <p:nvPr>
            <p:ph idx="2" type="sldNum"/>
          </p:nvPr>
        </p:nvSpPr>
        <p:spPr>
          <a:xfrm>
            <a:off x="8439197" y="4819790"/>
            <a:ext cx="444000" cy="207900"/>
          </a:xfrm>
          <a:prstGeom prst="rect">
            <a:avLst/>
          </a:prstGeom>
        </p:spPr>
        <p:txBody>
          <a:bodyPr anchorCtr="0" anchor="ctr" bIns="34275" lIns="34275" spcFirstLastPara="1" rIns="34275" wrap="square" tIns="34275">
            <a:spAutoFit/>
          </a:bodyPr>
          <a:lstStyle/>
          <a:p>
            <a:pPr indent="0" lvl="0" marL="0" rtl="0" algn="r">
              <a:spcBef>
                <a:spcPts val="0"/>
              </a:spcBef>
              <a:spcAft>
                <a:spcPts val="0"/>
              </a:spcAft>
              <a:buClr>
                <a:schemeClr val="lt1"/>
              </a:buClr>
              <a:buSzPts val="900"/>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48056" y="274320"/>
            <a:ext cx="6858000" cy="457200"/>
          </a:xfrm>
          <a:prstGeom prst="rect">
            <a:avLst/>
          </a:prstGeom>
          <a:noFill/>
        </p:spPr>
        <p:txBody>
          <a:bodyPr wrap="square" lIns="0" rIns="0" tIns="0" bIns="0" anchor="t">
            <a:spAutoFit/>
          </a:bodyPr>
          <a:lstStyle/>
          <a:p>
            <a:pPr algn="l"/>
            <a:r>
              <a:rPr sz="2600" b="1" i="0">
                <a:solidFill>
                  <a:srgbClr val="0D3C72"/>
                </a:solidFill>
                <a:latin typeface="Nunito"/>
              </a:rPr>
              <a:t>Security and reliability</a:t>
            </a:r>
          </a:p>
        </p:txBody>
      </p:sp>
      <p:sp>
        <p:nvSpPr>
          <p:cNvPr id="3" name="Subtitle"/>
          <p:cNvSpPr txBox="1"/>
          <p:nvPr/>
        </p:nvSpPr>
        <p:spPr>
          <a:xfrm>
            <a:off x="448056" y="731520"/>
            <a:ext cx="6949440" cy="274320"/>
          </a:xfrm>
          <a:prstGeom prst="rect">
            <a:avLst/>
          </a:prstGeom>
          <a:noFill/>
        </p:spPr>
        <p:txBody>
          <a:bodyPr wrap="square" lIns="0" rIns="0" tIns="0" bIns="0" anchor="t">
            <a:spAutoFit/>
          </a:bodyPr>
          <a:lstStyle/>
          <a:p>
            <a:pPr algn="l"/>
            <a:r>
              <a:rPr sz="1300" b="1" i="0">
                <a:solidFill>
                  <a:srgbClr val="0092BC"/>
                </a:solidFill>
                <a:latin typeface="Nunito"/>
              </a:rPr>
              <a:t>Private by default; failures retry or alert</a:t>
            </a:r>
          </a:p>
        </p:txBody>
      </p:sp>
      <p:sp>
        <p:nvSpPr>
          <p:cNvPr id="4" name="layer-Internet → CloudFront + WAF"/>
          <p:cNvSpPr/>
          <p:nvPr/>
        </p:nvSpPr>
        <p:spPr>
          <a:xfrm>
            <a:off x="457200" y="1188720"/>
            <a:ext cx="3794760" cy="3429000"/>
          </a:xfrm>
          <a:prstGeom prst="roundRect">
            <a:avLst>
              <a:gd name="adj" fmla="val 5000"/>
            </a:avLst>
          </a:prstGeom>
          <a:solidFill>
            <a:srgbClr val="FFFFFF"/>
          </a:solidFill>
          <a:ln w="9525">
            <a:solidFill>
              <a:srgbClr val="D9DDE1"/>
            </a:solidFill>
          </a:ln>
          <a:effectLst/>
        </p:spPr>
        <p:txBody>
          <a:bodyPr rtlCol="0" anchor="ctr"/>
          <a:lstStyle/>
          <a:p/>
        </p:txBody>
      </p:sp>
      <p:pic>
        <p:nvPicPr>
          <p:cNvPr id="5" name="Picture 4" descr="waf.png"/>
          <p:cNvPicPr>
            <a:picLocks noChangeAspect="1"/>
          </p:cNvPicPr>
          <p:nvPr/>
        </p:nvPicPr>
        <p:blipFill>
          <a:blip r:embed="rId2"/>
          <a:stretch>
            <a:fillRect/>
          </a:stretch>
        </p:blipFill>
        <p:spPr>
          <a:xfrm>
            <a:off x="566928" y="1280160"/>
            <a:ext cx="329184" cy="329184"/>
          </a:xfrm>
          <a:prstGeom prst="rect">
            <a:avLst/>
          </a:prstGeom>
        </p:spPr>
      </p:pic>
      <p:sp>
        <p:nvSpPr>
          <p:cNvPr id="6" name="TextBox 5"/>
          <p:cNvSpPr txBox="1"/>
          <p:nvPr/>
        </p:nvSpPr>
        <p:spPr>
          <a:xfrm>
            <a:off x="969264" y="1252728"/>
            <a:ext cx="3154680" cy="502920"/>
          </a:xfrm>
          <a:prstGeom prst="rect">
            <a:avLst/>
          </a:prstGeom>
          <a:noFill/>
        </p:spPr>
        <p:txBody>
          <a:bodyPr wrap="square" lIns="0" rIns="0" tIns="0" bIns="0" anchor="t">
            <a:spAutoFit/>
          </a:bodyPr>
          <a:lstStyle/>
          <a:p>
            <a:pPr algn="l"/>
            <a:r>
              <a:rPr sz="1100" b="1" i="0">
                <a:solidFill>
                  <a:srgbClr val="14161D"/>
                </a:solidFill>
                <a:latin typeface="Nunito"/>
              </a:rPr>
              <a:t>Internet → CloudFront + WAF</a:t>
            </a:r>
          </a:p>
          <a:p>
            <a:pPr algn="l"/>
            <a:r>
              <a:rPr sz="950" b="0" i="0">
                <a:solidFill>
                  <a:srgbClr val="808285"/>
                </a:solidFill>
                <a:latin typeface="Nunito"/>
              </a:rPr>
              <a:t>TLS, managed rules, rate limits</a:t>
            </a:r>
          </a:p>
        </p:txBody>
      </p:sp>
      <p:sp>
        <p:nvSpPr>
          <p:cNvPr id="7" name="layer-Public subnet"/>
          <p:cNvSpPr/>
          <p:nvPr/>
        </p:nvSpPr>
        <p:spPr>
          <a:xfrm>
            <a:off x="621792" y="1783080"/>
            <a:ext cx="3465576" cy="2743200"/>
          </a:xfrm>
          <a:prstGeom prst="roundRect">
            <a:avLst>
              <a:gd name="adj" fmla="val 5000"/>
            </a:avLst>
          </a:prstGeom>
          <a:solidFill>
            <a:srgbClr val="F5F5F5"/>
          </a:solidFill>
          <a:ln>
            <a:noFill/>
          </a:ln>
          <a:effectLst/>
        </p:spPr>
        <p:txBody>
          <a:bodyPr rtlCol="0" anchor="ctr"/>
          <a:lstStyle/>
          <a:p/>
        </p:txBody>
      </p:sp>
      <p:pic>
        <p:nvPicPr>
          <p:cNvPr id="8" name="Picture 7" descr="alb.png"/>
          <p:cNvPicPr>
            <a:picLocks noChangeAspect="1"/>
          </p:cNvPicPr>
          <p:nvPr/>
        </p:nvPicPr>
        <p:blipFill>
          <a:blip r:embed="rId3"/>
          <a:stretch>
            <a:fillRect/>
          </a:stretch>
        </p:blipFill>
        <p:spPr>
          <a:xfrm>
            <a:off x="731520" y="1874519"/>
            <a:ext cx="329184" cy="329184"/>
          </a:xfrm>
          <a:prstGeom prst="rect">
            <a:avLst/>
          </a:prstGeom>
        </p:spPr>
      </p:pic>
      <p:sp>
        <p:nvSpPr>
          <p:cNvPr id="9" name="TextBox 8"/>
          <p:cNvSpPr txBox="1"/>
          <p:nvPr/>
        </p:nvSpPr>
        <p:spPr>
          <a:xfrm>
            <a:off x="1133856" y="1847088"/>
            <a:ext cx="2825496" cy="502920"/>
          </a:xfrm>
          <a:prstGeom prst="rect">
            <a:avLst/>
          </a:prstGeom>
          <a:noFill/>
        </p:spPr>
        <p:txBody>
          <a:bodyPr wrap="square" lIns="0" rIns="0" tIns="0" bIns="0" anchor="t">
            <a:spAutoFit/>
          </a:bodyPr>
          <a:lstStyle/>
          <a:p>
            <a:pPr algn="l"/>
            <a:r>
              <a:rPr sz="1100" b="1" i="0">
                <a:solidFill>
                  <a:srgbClr val="14161D"/>
                </a:solidFill>
                <a:latin typeface="Nunito"/>
              </a:rPr>
              <a:t>Public subnet</a:t>
            </a:r>
          </a:p>
          <a:p>
            <a:pPr algn="l"/>
            <a:r>
              <a:rPr sz="950" b="0" i="0">
                <a:solidFill>
                  <a:srgbClr val="808285"/>
                </a:solidFill>
                <a:latin typeface="Nunito"/>
              </a:rPr>
              <a:t>Load balancer only · accepts CloudFront traffic only</a:t>
            </a:r>
          </a:p>
        </p:txBody>
      </p:sp>
      <p:sp>
        <p:nvSpPr>
          <p:cNvPr id="10" name="layer-Private subnet"/>
          <p:cNvSpPr/>
          <p:nvPr/>
        </p:nvSpPr>
        <p:spPr>
          <a:xfrm>
            <a:off x="786384" y="2377440"/>
            <a:ext cx="3136392" cy="2057400"/>
          </a:xfrm>
          <a:prstGeom prst="roundRect">
            <a:avLst>
              <a:gd name="adj" fmla="val 5000"/>
            </a:avLst>
          </a:prstGeom>
          <a:solidFill>
            <a:srgbClr val="E6F4F9"/>
          </a:solidFill>
          <a:ln>
            <a:noFill/>
          </a:ln>
          <a:effectLst/>
        </p:spPr>
        <p:txBody>
          <a:bodyPr rtlCol="0" anchor="ctr"/>
          <a:lstStyle/>
          <a:p/>
        </p:txBody>
      </p:sp>
      <p:pic>
        <p:nvPicPr>
          <p:cNvPr id="11" name="Picture 10" descr="fargate.png"/>
          <p:cNvPicPr>
            <a:picLocks noChangeAspect="1"/>
          </p:cNvPicPr>
          <p:nvPr/>
        </p:nvPicPr>
        <p:blipFill>
          <a:blip r:embed="rId4"/>
          <a:stretch>
            <a:fillRect/>
          </a:stretch>
        </p:blipFill>
        <p:spPr>
          <a:xfrm>
            <a:off x="896112" y="2468880"/>
            <a:ext cx="329184" cy="329184"/>
          </a:xfrm>
          <a:prstGeom prst="rect">
            <a:avLst/>
          </a:prstGeom>
        </p:spPr>
      </p:pic>
      <p:sp>
        <p:nvSpPr>
          <p:cNvPr id="12" name="TextBox 11"/>
          <p:cNvSpPr txBox="1"/>
          <p:nvPr/>
        </p:nvSpPr>
        <p:spPr>
          <a:xfrm>
            <a:off x="1298448" y="2441448"/>
            <a:ext cx="2496312" cy="502920"/>
          </a:xfrm>
          <a:prstGeom prst="rect">
            <a:avLst/>
          </a:prstGeom>
          <a:noFill/>
        </p:spPr>
        <p:txBody>
          <a:bodyPr wrap="square" lIns="0" rIns="0" tIns="0" bIns="0" anchor="t">
            <a:spAutoFit/>
          </a:bodyPr>
          <a:lstStyle/>
          <a:p>
            <a:pPr algn="l"/>
            <a:r>
              <a:rPr sz="1100" b="1" i="0">
                <a:solidFill>
                  <a:srgbClr val="14161D"/>
                </a:solidFill>
                <a:latin typeface="Nunito"/>
              </a:rPr>
              <a:t>Private subnet</a:t>
            </a:r>
          </a:p>
          <a:p>
            <a:pPr algn="l"/>
            <a:r>
              <a:rPr sz="950" b="0" i="0">
                <a:solidFill>
                  <a:srgbClr val="808285"/>
                </a:solidFill>
                <a:latin typeface="Nunito"/>
              </a:rPr>
              <a:t>API and worker · no public IP</a:t>
            </a:r>
          </a:p>
        </p:txBody>
      </p:sp>
      <p:sp>
        <p:nvSpPr>
          <p:cNvPr id="13" name="layer-Isolated subnet"/>
          <p:cNvSpPr/>
          <p:nvPr/>
        </p:nvSpPr>
        <p:spPr>
          <a:xfrm>
            <a:off x="950976" y="2971800"/>
            <a:ext cx="2807208" cy="1371600"/>
          </a:xfrm>
          <a:prstGeom prst="roundRect">
            <a:avLst>
              <a:gd name="adj" fmla="val 5000"/>
            </a:avLst>
          </a:prstGeom>
          <a:solidFill>
            <a:srgbClr val="0D3C72"/>
          </a:solidFill>
          <a:ln>
            <a:noFill/>
          </a:ln>
          <a:effectLst/>
        </p:spPr>
        <p:txBody>
          <a:bodyPr rtlCol="0" anchor="ctr"/>
          <a:lstStyle/>
          <a:p/>
        </p:txBody>
      </p:sp>
      <p:pic>
        <p:nvPicPr>
          <p:cNvPr id="14" name="Picture 13" descr="rds.png"/>
          <p:cNvPicPr>
            <a:picLocks noChangeAspect="1"/>
          </p:cNvPicPr>
          <p:nvPr/>
        </p:nvPicPr>
        <p:blipFill>
          <a:blip r:embed="rId5"/>
          <a:stretch>
            <a:fillRect/>
          </a:stretch>
        </p:blipFill>
        <p:spPr>
          <a:xfrm>
            <a:off x="1060704" y="3063240"/>
            <a:ext cx="329184" cy="329184"/>
          </a:xfrm>
          <a:prstGeom prst="rect">
            <a:avLst/>
          </a:prstGeom>
        </p:spPr>
      </p:pic>
      <p:sp>
        <p:nvSpPr>
          <p:cNvPr id="15" name="TextBox 14"/>
          <p:cNvSpPr txBox="1"/>
          <p:nvPr/>
        </p:nvSpPr>
        <p:spPr>
          <a:xfrm>
            <a:off x="1463040" y="3035808"/>
            <a:ext cx="2167128" cy="502920"/>
          </a:xfrm>
          <a:prstGeom prst="rect">
            <a:avLst/>
          </a:prstGeom>
          <a:noFill/>
        </p:spPr>
        <p:txBody>
          <a:bodyPr wrap="square" lIns="0" rIns="0" tIns="0" bIns="0" anchor="t">
            <a:spAutoFit/>
          </a:bodyPr>
          <a:lstStyle/>
          <a:p>
            <a:pPr algn="l"/>
            <a:r>
              <a:rPr sz="1100" b="1" i="0">
                <a:solidFill>
                  <a:srgbClr val="FFFFFF"/>
                </a:solidFill>
                <a:latin typeface="Nunito"/>
              </a:rPr>
              <a:t>Isolated subnet</a:t>
            </a:r>
          </a:p>
          <a:p>
            <a:pPr algn="l"/>
            <a:r>
              <a:rPr sz="950" b="0" i="0">
                <a:solidFill>
                  <a:srgbClr val="FFFFFF"/>
                </a:solidFill>
                <a:latin typeface="Nunito"/>
              </a:rPr>
              <a:t>PostgreSQL · no internet route · only API and worker can connect</a:t>
            </a:r>
          </a:p>
        </p:txBody>
      </p:sp>
      <p:pic>
        <p:nvPicPr>
          <p:cNvPr id="16" name="Picture 15" descr="fa_FaLock_m.png"/>
          <p:cNvPicPr>
            <a:picLocks noChangeAspect="1"/>
          </p:cNvPicPr>
          <p:nvPr/>
        </p:nvPicPr>
        <p:blipFill>
          <a:blip r:embed="rId6"/>
          <a:stretch>
            <a:fillRect/>
          </a:stretch>
        </p:blipFill>
        <p:spPr>
          <a:xfrm>
            <a:off x="3291840" y="3858768"/>
            <a:ext cx="329184" cy="329184"/>
          </a:xfrm>
          <a:prstGeom prst="rect">
            <a:avLst/>
          </a:prstGeom>
        </p:spPr>
      </p:pic>
      <p:sp>
        <p:nvSpPr>
          <p:cNvPr id="17" name="TextBox 16"/>
          <p:cNvSpPr txBox="1"/>
          <p:nvPr/>
        </p:nvSpPr>
        <p:spPr>
          <a:xfrm>
            <a:off x="4937760" y="1207008"/>
            <a:ext cx="3657600" cy="201168"/>
          </a:xfrm>
          <a:prstGeom prst="rect">
            <a:avLst/>
          </a:prstGeom>
          <a:noFill/>
        </p:spPr>
        <p:txBody>
          <a:bodyPr wrap="square" lIns="0" rIns="0" tIns="0" bIns="0" anchor="t">
            <a:spAutoFit/>
          </a:bodyPr>
          <a:lstStyle/>
          <a:p>
            <a:pPr algn="l"/>
            <a:r>
              <a:rPr sz="1000" b="1" i="0">
                <a:solidFill>
                  <a:srgbClr val="0092BC"/>
                </a:solidFill>
                <a:latin typeface="Nunito"/>
              </a:rPr>
              <a:t>SECURITY</a:t>
            </a:r>
          </a:p>
        </p:txBody>
      </p:sp>
      <p:sp>
        <p:nvSpPr>
          <p:cNvPr id="18" name="ic-Google sign-in, roles checked by the API"/>
          <p:cNvSpPr/>
          <p:nvPr/>
        </p:nvSpPr>
        <p:spPr>
          <a:xfrm>
            <a:off x="4937760" y="1463040"/>
            <a:ext cx="384048" cy="384048"/>
          </a:xfrm>
          <a:prstGeom prst="ellipse">
            <a:avLst/>
          </a:prstGeom>
          <a:solidFill>
            <a:srgbClr val="0D3C72"/>
          </a:solidFill>
          <a:ln>
            <a:noFill/>
          </a:ln>
          <a:effectLst/>
        </p:spPr>
        <p:txBody>
          <a:bodyPr rtlCol="0" anchor="ctr" lIns="0" rIns="0" tIns="0" bIns="0"/>
          <a:lstStyle/>
          <a:p>
            <a:pPr algn="ctr"/>
          </a:p>
        </p:txBody>
      </p:sp>
      <p:pic>
        <p:nvPicPr>
          <p:cNvPr id="19" name="Picture 18" descr="fa_FaUserShield_w.png"/>
          <p:cNvPicPr>
            <a:picLocks noChangeAspect="1"/>
          </p:cNvPicPr>
          <p:nvPr/>
        </p:nvPicPr>
        <p:blipFill>
          <a:blip r:embed="rId7"/>
          <a:stretch>
            <a:fillRect/>
          </a:stretch>
        </p:blipFill>
        <p:spPr>
          <a:xfrm>
            <a:off x="5020056" y="1545336"/>
            <a:ext cx="219456" cy="219456"/>
          </a:xfrm>
          <a:prstGeom prst="rect">
            <a:avLst/>
          </a:prstGeom>
        </p:spPr>
      </p:pic>
      <p:sp>
        <p:nvSpPr>
          <p:cNvPr id="20" name="TextBox 19"/>
          <p:cNvSpPr txBox="1"/>
          <p:nvPr/>
        </p:nvSpPr>
        <p:spPr>
          <a:xfrm>
            <a:off x="5449824" y="1444752"/>
            <a:ext cx="3200400" cy="457200"/>
          </a:xfrm>
          <a:prstGeom prst="rect">
            <a:avLst/>
          </a:prstGeom>
          <a:noFill/>
        </p:spPr>
        <p:txBody>
          <a:bodyPr wrap="square" lIns="0" rIns="0" tIns="0" bIns="0" anchor="t">
            <a:spAutoFit/>
          </a:bodyPr>
          <a:lstStyle/>
          <a:p>
            <a:pPr algn="l"/>
            <a:r>
              <a:rPr sz="1150" b="1" i="0">
                <a:solidFill>
                  <a:srgbClr val="14161D"/>
                </a:solidFill>
                <a:latin typeface="Nunito"/>
              </a:rPr>
              <a:t>Google sign-in, roles checked by the API</a:t>
            </a:r>
          </a:p>
          <a:p>
            <a:pPr algn="l"/>
            <a:r>
              <a:rPr sz="1000" b="0" i="0">
                <a:solidFill>
                  <a:srgbClr val="808285"/>
                </a:solidFill>
                <a:latin typeface="Nunito"/>
              </a:rPr>
              <a:t>Staff screens need the staff group in a signed token</a:t>
            </a:r>
          </a:p>
        </p:txBody>
      </p:sp>
      <p:sp>
        <p:nvSpPr>
          <p:cNvPr id="21" name="ic-Secrets never in code"/>
          <p:cNvSpPr/>
          <p:nvPr/>
        </p:nvSpPr>
        <p:spPr>
          <a:xfrm>
            <a:off x="4937760" y="2011680"/>
            <a:ext cx="384048" cy="384048"/>
          </a:xfrm>
          <a:prstGeom prst="ellipse">
            <a:avLst/>
          </a:prstGeom>
          <a:solidFill>
            <a:srgbClr val="0D3C72"/>
          </a:solidFill>
          <a:ln>
            <a:noFill/>
          </a:ln>
          <a:effectLst/>
        </p:spPr>
        <p:txBody>
          <a:bodyPr rtlCol="0" anchor="ctr" lIns="0" rIns="0" tIns="0" bIns="0"/>
          <a:lstStyle/>
          <a:p>
            <a:pPr algn="ctr"/>
          </a:p>
        </p:txBody>
      </p:sp>
      <p:pic>
        <p:nvPicPr>
          <p:cNvPr id="22" name="Picture 21" descr="fa_FaKey_w.png"/>
          <p:cNvPicPr>
            <a:picLocks noChangeAspect="1"/>
          </p:cNvPicPr>
          <p:nvPr/>
        </p:nvPicPr>
        <p:blipFill>
          <a:blip r:embed="rId8"/>
          <a:stretch>
            <a:fillRect/>
          </a:stretch>
        </p:blipFill>
        <p:spPr>
          <a:xfrm>
            <a:off x="5020056" y="2093976"/>
            <a:ext cx="219456" cy="219456"/>
          </a:xfrm>
          <a:prstGeom prst="rect">
            <a:avLst/>
          </a:prstGeom>
        </p:spPr>
      </p:pic>
      <p:sp>
        <p:nvSpPr>
          <p:cNvPr id="23" name="TextBox 22"/>
          <p:cNvSpPr txBox="1"/>
          <p:nvPr/>
        </p:nvSpPr>
        <p:spPr>
          <a:xfrm>
            <a:off x="5449824" y="1993392"/>
            <a:ext cx="3200400" cy="457200"/>
          </a:xfrm>
          <a:prstGeom prst="rect">
            <a:avLst/>
          </a:prstGeom>
          <a:noFill/>
        </p:spPr>
        <p:txBody>
          <a:bodyPr wrap="square" lIns="0" rIns="0" tIns="0" bIns="0" anchor="t">
            <a:spAutoFit/>
          </a:bodyPr>
          <a:lstStyle/>
          <a:p>
            <a:pPr algn="l"/>
            <a:r>
              <a:rPr sz="1150" b="1" i="0">
                <a:solidFill>
                  <a:srgbClr val="14161D"/>
                </a:solidFill>
                <a:latin typeface="Nunito"/>
              </a:rPr>
              <a:t>Secrets never in code</a:t>
            </a:r>
          </a:p>
          <a:p>
            <a:pPr algn="l"/>
            <a:r>
              <a:rPr sz="1000" b="0" i="0">
                <a:solidFill>
                  <a:srgbClr val="808285"/>
                </a:solidFill>
                <a:latin typeface="Nunito"/>
              </a:rPr>
              <a:t>Secrets Manager with rotation; KMS encryption at rest</a:t>
            </a:r>
          </a:p>
        </p:txBody>
      </p:sp>
      <p:sp>
        <p:nvSpPr>
          <p:cNvPr id="24" name="ic-Photos stay private"/>
          <p:cNvSpPr/>
          <p:nvPr/>
        </p:nvSpPr>
        <p:spPr>
          <a:xfrm>
            <a:off x="4937760" y="2560320"/>
            <a:ext cx="384048" cy="384048"/>
          </a:xfrm>
          <a:prstGeom prst="ellipse">
            <a:avLst/>
          </a:prstGeom>
          <a:solidFill>
            <a:srgbClr val="0D3C72"/>
          </a:solidFill>
          <a:ln>
            <a:noFill/>
          </a:ln>
          <a:effectLst/>
        </p:spPr>
        <p:txBody>
          <a:bodyPr rtlCol="0" anchor="ctr" lIns="0" rIns="0" tIns="0" bIns="0"/>
          <a:lstStyle/>
          <a:p>
            <a:pPr algn="ctr"/>
          </a:p>
        </p:txBody>
      </p:sp>
      <p:pic>
        <p:nvPicPr>
          <p:cNvPr id="25" name="Picture 24" descr="fa_FaImage_w.png"/>
          <p:cNvPicPr>
            <a:picLocks noChangeAspect="1"/>
          </p:cNvPicPr>
          <p:nvPr/>
        </p:nvPicPr>
        <p:blipFill>
          <a:blip r:embed="rId9"/>
          <a:stretch>
            <a:fillRect/>
          </a:stretch>
        </p:blipFill>
        <p:spPr>
          <a:xfrm>
            <a:off x="5020056" y="2642615"/>
            <a:ext cx="219456" cy="219456"/>
          </a:xfrm>
          <a:prstGeom prst="rect">
            <a:avLst/>
          </a:prstGeom>
        </p:spPr>
      </p:pic>
      <p:sp>
        <p:nvSpPr>
          <p:cNvPr id="26" name="TextBox 25"/>
          <p:cNvSpPr txBox="1"/>
          <p:nvPr/>
        </p:nvSpPr>
        <p:spPr>
          <a:xfrm>
            <a:off x="5449824" y="2542032"/>
            <a:ext cx="3200400" cy="457200"/>
          </a:xfrm>
          <a:prstGeom prst="rect">
            <a:avLst/>
          </a:prstGeom>
          <a:noFill/>
        </p:spPr>
        <p:txBody>
          <a:bodyPr wrap="square" lIns="0" rIns="0" tIns="0" bIns="0" anchor="t">
            <a:spAutoFit/>
          </a:bodyPr>
          <a:lstStyle/>
          <a:p>
            <a:pPr algn="l"/>
            <a:r>
              <a:rPr sz="1150" b="1" i="0">
                <a:solidFill>
                  <a:srgbClr val="14161D"/>
                </a:solidFill>
                <a:latin typeface="Nunito"/>
              </a:rPr>
              <a:t>Photos stay private</a:t>
            </a:r>
          </a:p>
          <a:p>
            <a:pPr algn="l"/>
            <a:r>
              <a:rPr sz="1000" b="0" i="0">
                <a:solidFill>
                  <a:srgbClr val="808285"/>
                </a:solidFill>
                <a:latin typeface="Nunito"/>
              </a:rPr>
              <a:t>Private bucket; 5-minute signed upload links, 10 MB cap</a:t>
            </a:r>
          </a:p>
        </p:txBody>
      </p:sp>
      <p:sp>
        <p:nvSpPr>
          <p:cNvPr id="27" name="TextBox 26"/>
          <p:cNvSpPr txBox="1"/>
          <p:nvPr/>
        </p:nvSpPr>
        <p:spPr>
          <a:xfrm>
            <a:off x="4937760" y="3090672"/>
            <a:ext cx="3657600" cy="201168"/>
          </a:xfrm>
          <a:prstGeom prst="rect">
            <a:avLst/>
          </a:prstGeom>
          <a:noFill/>
        </p:spPr>
        <p:txBody>
          <a:bodyPr wrap="square" lIns="0" rIns="0" tIns="0" bIns="0" anchor="t">
            <a:spAutoFit/>
          </a:bodyPr>
          <a:lstStyle/>
          <a:p>
            <a:pPr algn="l"/>
            <a:r>
              <a:rPr sz="1000" b="1" i="0">
                <a:solidFill>
                  <a:srgbClr val="0092BC"/>
                </a:solidFill>
                <a:latin typeface="Nunito"/>
              </a:rPr>
              <a:t>RELIABILITY</a:t>
            </a:r>
          </a:p>
        </p:txBody>
      </p:sp>
      <p:sp>
        <p:nvSpPr>
          <p:cNvPr id="28" name="ic-Two Availability Zones"/>
          <p:cNvSpPr/>
          <p:nvPr/>
        </p:nvSpPr>
        <p:spPr>
          <a:xfrm>
            <a:off x="4937760" y="3346704"/>
            <a:ext cx="384048" cy="384048"/>
          </a:xfrm>
          <a:prstGeom prst="ellipse">
            <a:avLst/>
          </a:prstGeom>
          <a:solidFill>
            <a:srgbClr val="0D3C72"/>
          </a:solidFill>
          <a:ln>
            <a:noFill/>
          </a:ln>
          <a:effectLst/>
        </p:spPr>
        <p:txBody>
          <a:bodyPr rtlCol="0" anchor="ctr" lIns="0" rIns="0" tIns="0" bIns="0"/>
          <a:lstStyle/>
          <a:p>
            <a:pPr algn="ctr"/>
          </a:p>
        </p:txBody>
      </p:sp>
      <p:pic>
        <p:nvPicPr>
          <p:cNvPr id="29" name="Picture 28" descr="fa_FaClone_w.png"/>
          <p:cNvPicPr>
            <a:picLocks noChangeAspect="1"/>
          </p:cNvPicPr>
          <p:nvPr/>
        </p:nvPicPr>
        <p:blipFill>
          <a:blip r:embed="rId10"/>
          <a:stretch>
            <a:fillRect/>
          </a:stretch>
        </p:blipFill>
        <p:spPr>
          <a:xfrm>
            <a:off x="5020056" y="3429000"/>
            <a:ext cx="219456" cy="219456"/>
          </a:xfrm>
          <a:prstGeom prst="rect">
            <a:avLst/>
          </a:prstGeom>
        </p:spPr>
      </p:pic>
      <p:sp>
        <p:nvSpPr>
          <p:cNvPr id="30" name="TextBox 29"/>
          <p:cNvSpPr txBox="1"/>
          <p:nvPr/>
        </p:nvSpPr>
        <p:spPr>
          <a:xfrm>
            <a:off x="5449824" y="3328416"/>
            <a:ext cx="3200400" cy="457200"/>
          </a:xfrm>
          <a:prstGeom prst="rect">
            <a:avLst/>
          </a:prstGeom>
          <a:noFill/>
        </p:spPr>
        <p:txBody>
          <a:bodyPr wrap="square" lIns="0" rIns="0" tIns="0" bIns="0" anchor="t">
            <a:spAutoFit/>
          </a:bodyPr>
          <a:lstStyle/>
          <a:p>
            <a:pPr algn="l"/>
            <a:r>
              <a:rPr sz="1150" b="1" i="0">
                <a:solidFill>
                  <a:srgbClr val="14161D"/>
                </a:solidFill>
                <a:latin typeface="Nunito"/>
              </a:rPr>
              <a:t>Two Availability Zones</a:t>
            </a:r>
          </a:p>
          <a:p>
            <a:pPr algn="l"/>
            <a:r>
              <a:rPr sz="1000" b="0" i="0">
                <a:solidFill>
                  <a:srgbClr val="808285"/>
                </a:solidFill>
                <a:latin typeface="Nunito"/>
              </a:rPr>
              <a:t>Tasks in both zones; database standby in production</a:t>
            </a:r>
          </a:p>
        </p:txBody>
      </p:sp>
      <p:sp>
        <p:nvSpPr>
          <p:cNvPr id="31" name="ic-Retries, then a dead-letter queue"/>
          <p:cNvSpPr/>
          <p:nvPr/>
        </p:nvSpPr>
        <p:spPr>
          <a:xfrm>
            <a:off x="4937760" y="3895344"/>
            <a:ext cx="384048" cy="384048"/>
          </a:xfrm>
          <a:prstGeom prst="ellipse">
            <a:avLst/>
          </a:prstGeom>
          <a:solidFill>
            <a:srgbClr val="0D3C72"/>
          </a:solidFill>
          <a:ln>
            <a:noFill/>
          </a:ln>
          <a:effectLst/>
        </p:spPr>
        <p:txBody>
          <a:bodyPr rtlCol="0" anchor="ctr" lIns="0" rIns="0" tIns="0" bIns="0"/>
          <a:lstStyle/>
          <a:p>
            <a:pPr algn="ctr"/>
          </a:p>
        </p:txBody>
      </p:sp>
      <p:pic>
        <p:nvPicPr>
          <p:cNvPr id="32" name="Picture 31" descr="fa_FaRotateRight_w.png"/>
          <p:cNvPicPr>
            <a:picLocks noChangeAspect="1"/>
          </p:cNvPicPr>
          <p:nvPr/>
        </p:nvPicPr>
        <p:blipFill>
          <a:blip r:embed="rId11"/>
          <a:stretch>
            <a:fillRect/>
          </a:stretch>
        </p:blipFill>
        <p:spPr>
          <a:xfrm>
            <a:off x="5020056" y="3977639"/>
            <a:ext cx="219456" cy="219456"/>
          </a:xfrm>
          <a:prstGeom prst="rect">
            <a:avLst/>
          </a:prstGeom>
        </p:spPr>
      </p:pic>
      <p:sp>
        <p:nvSpPr>
          <p:cNvPr id="33" name="TextBox 32"/>
          <p:cNvSpPr txBox="1"/>
          <p:nvPr/>
        </p:nvSpPr>
        <p:spPr>
          <a:xfrm>
            <a:off x="5449824" y="3877056"/>
            <a:ext cx="3200400" cy="457200"/>
          </a:xfrm>
          <a:prstGeom prst="rect">
            <a:avLst/>
          </a:prstGeom>
          <a:noFill/>
        </p:spPr>
        <p:txBody>
          <a:bodyPr wrap="square" lIns="0" rIns="0" tIns="0" bIns="0" anchor="t">
            <a:spAutoFit/>
          </a:bodyPr>
          <a:lstStyle/>
          <a:p>
            <a:pPr algn="l"/>
            <a:r>
              <a:rPr sz="1150" b="1" i="0">
                <a:solidFill>
                  <a:srgbClr val="14161D"/>
                </a:solidFill>
                <a:latin typeface="Nunito"/>
              </a:rPr>
              <a:t>Retries, then a dead-letter queue</a:t>
            </a:r>
          </a:p>
          <a:p>
            <a:pPr algn="l"/>
            <a:r>
              <a:rPr sz="1000" b="0" i="0">
                <a:solidFill>
                  <a:srgbClr val="808285"/>
                </a:solidFill>
                <a:latin typeface="Nunito"/>
              </a:rPr>
              <a:t>Nothing lost after a save; failures parked, then redriven</a:t>
            </a:r>
          </a:p>
        </p:txBody>
      </p:sp>
      <p:sp>
        <p:nvSpPr>
          <p:cNvPr id="34" name="ic-Alarms to on-call"/>
          <p:cNvSpPr/>
          <p:nvPr/>
        </p:nvSpPr>
        <p:spPr>
          <a:xfrm>
            <a:off x="4937760" y="4443984"/>
            <a:ext cx="384048" cy="384048"/>
          </a:xfrm>
          <a:prstGeom prst="ellipse">
            <a:avLst/>
          </a:prstGeom>
          <a:solidFill>
            <a:srgbClr val="0D3C72"/>
          </a:solidFill>
          <a:ln>
            <a:noFill/>
          </a:ln>
          <a:effectLst/>
        </p:spPr>
        <p:txBody>
          <a:bodyPr rtlCol="0" anchor="ctr" lIns="0" rIns="0" tIns="0" bIns="0"/>
          <a:lstStyle/>
          <a:p>
            <a:pPr algn="ctr"/>
          </a:p>
        </p:txBody>
      </p:sp>
      <p:pic>
        <p:nvPicPr>
          <p:cNvPr id="35" name="Picture 34" descr="fa_FaBell_w.png"/>
          <p:cNvPicPr>
            <a:picLocks noChangeAspect="1"/>
          </p:cNvPicPr>
          <p:nvPr/>
        </p:nvPicPr>
        <p:blipFill>
          <a:blip r:embed="rId12"/>
          <a:stretch>
            <a:fillRect/>
          </a:stretch>
        </p:blipFill>
        <p:spPr>
          <a:xfrm>
            <a:off x="5020056" y="4526280"/>
            <a:ext cx="219456" cy="219456"/>
          </a:xfrm>
          <a:prstGeom prst="rect">
            <a:avLst/>
          </a:prstGeom>
        </p:spPr>
      </p:pic>
      <p:sp>
        <p:nvSpPr>
          <p:cNvPr id="36" name="TextBox 35"/>
          <p:cNvSpPr txBox="1"/>
          <p:nvPr/>
        </p:nvSpPr>
        <p:spPr>
          <a:xfrm>
            <a:off x="5449824" y="4425696"/>
            <a:ext cx="3200400" cy="457200"/>
          </a:xfrm>
          <a:prstGeom prst="rect">
            <a:avLst/>
          </a:prstGeom>
          <a:noFill/>
        </p:spPr>
        <p:txBody>
          <a:bodyPr wrap="square" lIns="0" rIns="0" tIns="0" bIns="0" anchor="t">
            <a:spAutoFit/>
          </a:bodyPr>
          <a:lstStyle/>
          <a:p>
            <a:pPr algn="l"/>
            <a:r>
              <a:rPr sz="1150" b="1" i="0">
                <a:solidFill>
                  <a:srgbClr val="14161D"/>
                </a:solidFill>
                <a:latin typeface="Nunito"/>
              </a:rPr>
              <a:t>Alarms to on-call</a:t>
            </a:r>
          </a:p>
          <a:p>
            <a:pPr algn="l"/>
            <a:r>
              <a:rPr sz="1000" b="0" i="0">
                <a:solidFill>
                  <a:srgbClr val="808285"/>
                </a:solidFill>
                <a:latin typeface="Nunito"/>
              </a:rPr>
              <a:t>Errors, slow API, stuck queue, failed notifications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48056" y="274320"/>
            <a:ext cx="6858000" cy="457200"/>
          </a:xfrm>
          <a:prstGeom prst="rect">
            <a:avLst/>
          </a:prstGeom>
          <a:noFill/>
        </p:spPr>
        <p:txBody>
          <a:bodyPr wrap="square" lIns="0" rIns="0" tIns="0" bIns="0" anchor="t">
            <a:spAutoFit/>
          </a:bodyPr>
          <a:lstStyle/>
          <a:p>
            <a:pPr algn="l"/>
            <a:r>
              <a:rPr sz="2600" b="1" i="0">
                <a:solidFill>
                  <a:srgbClr val="0D3C72"/>
                </a:solidFill>
                <a:latin typeface="Nunito"/>
              </a:rPr>
              <a:t>Deployment and operations</a:t>
            </a:r>
          </a:p>
        </p:txBody>
      </p:sp>
      <p:sp>
        <p:nvSpPr>
          <p:cNvPr id="3" name="Subtitle"/>
          <p:cNvSpPr txBox="1"/>
          <p:nvPr/>
        </p:nvSpPr>
        <p:spPr>
          <a:xfrm>
            <a:off x="448056" y="731520"/>
            <a:ext cx="6949440" cy="274320"/>
          </a:xfrm>
          <a:prstGeom prst="rect">
            <a:avLst/>
          </a:prstGeom>
          <a:noFill/>
        </p:spPr>
        <p:txBody>
          <a:bodyPr wrap="square" lIns="0" rIns="0" tIns="0" bIns="0" anchor="t">
            <a:spAutoFit/>
          </a:bodyPr>
          <a:lstStyle/>
          <a:p>
            <a:pPr algn="l"/>
            <a:r>
              <a:rPr sz="1300" b="1" i="0">
                <a:solidFill>
                  <a:srgbClr val="0092BC"/>
                </a:solidFill>
                <a:latin typeface="Nunito"/>
              </a:rPr>
              <a:t>Every change ships through one tested, automated pipeline</a:t>
            </a:r>
          </a:p>
        </p:txBody>
      </p:sp>
      <p:sp>
        <p:nvSpPr>
          <p:cNvPr id="4" name="stage-Code"/>
          <p:cNvSpPr/>
          <p:nvPr/>
        </p:nvSpPr>
        <p:spPr>
          <a:xfrm>
            <a:off x="768096" y="1188720"/>
            <a:ext cx="658368" cy="658368"/>
          </a:xfrm>
          <a:prstGeom prst="ellipse">
            <a:avLst/>
          </a:prstGeom>
          <a:solidFill>
            <a:srgbClr val="0D3C72"/>
          </a:solidFill>
          <a:ln>
            <a:noFill/>
          </a:ln>
          <a:effectLst/>
        </p:spPr>
        <p:txBody>
          <a:bodyPr rtlCol="0" anchor="ctr" lIns="0" rIns="0" tIns="0" bIns="0"/>
          <a:lstStyle/>
          <a:p>
            <a:pPr algn="ctr"/>
          </a:p>
        </p:txBody>
      </p:sp>
      <p:pic>
        <p:nvPicPr>
          <p:cNvPr id="5" name="Picture 4" descr="fa_FaCodePullRequest_w.png"/>
          <p:cNvPicPr>
            <a:picLocks noChangeAspect="1"/>
          </p:cNvPicPr>
          <p:nvPr/>
        </p:nvPicPr>
        <p:blipFill>
          <a:blip r:embed="rId2"/>
          <a:stretch>
            <a:fillRect/>
          </a:stretch>
        </p:blipFill>
        <p:spPr>
          <a:xfrm>
            <a:off x="932688" y="1353312"/>
            <a:ext cx="329184" cy="329184"/>
          </a:xfrm>
          <a:prstGeom prst="rect">
            <a:avLst/>
          </a:prstGeom>
        </p:spPr>
      </p:pic>
      <p:sp>
        <p:nvSpPr>
          <p:cNvPr id="6" name="TextBox 5"/>
          <p:cNvSpPr txBox="1"/>
          <p:nvPr/>
        </p:nvSpPr>
        <p:spPr>
          <a:xfrm>
            <a:off x="320040" y="1938528"/>
            <a:ext cx="1554480" cy="777240"/>
          </a:xfrm>
          <a:prstGeom prst="rect">
            <a:avLst/>
          </a:prstGeom>
          <a:noFill/>
        </p:spPr>
        <p:txBody>
          <a:bodyPr wrap="square" lIns="0" rIns="0" tIns="0" bIns="0" anchor="t">
            <a:spAutoFit/>
          </a:bodyPr>
          <a:lstStyle/>
          <a:p>
            <a:pPr algn="ctr"/>
            <a:r>
              <a:rPr sz="1200" b="1" i="0">
                <a:solidFill>
                  <a:srgbClr val="14161D"/>
                </a:solidFill>
                <a:latin typeface="Nunito"/>
              </a:rPr>
              <a:t>Code</a:t>
            </a:r>
          </a:p>
          <a:p>
            <a:pPr algn="ctr"/>
            <a:r>
              <a:rPr sz="1000" b="0" i="0">
                <a:solidFill>
                  <a:srgbClr val="808285"/>
                </a:solidFill>
                <a:latin typeface="Nunito"/>
              </a:rPr>
              <a:t>Pull request in GitHub</a:t>
            </a:r>
          </a:p>
        </p:txBody>
      </p:sp>
      <p:cxnSp>
        <p:nvCxnSpPr>
          <p:cNvPr id="7" name="Connector 6"/>
          <p:cNvCxnSpPr/>
          <p:nvPr/>
        </p:nvCxnSpPr>
        <p:spPr>
          <a:xfrm>
            <a:off x="1517904" y="1517904"/>
            <a:ext cx="896111" cy="0"/>
          </a:xfrm>
          <a:prstGeom prst="line">
            <a:avLst/>
          </a:prstGeom>
          <a:ln w="19050">
            <a:solidFill>
              <a:srgbClr val="0092BC"/>
            </a:solidFill>
            <a:tailEnd type="triangle" w="med" len="med"/>
          </a:ln>
        </p:spPr>
      </p:cxnSp>
      <p:sp>
        <p:nvSpPr>
          <p:cNvPr id="8" name="stage-Build and test"/>
          <p:cNvSpPr/>
          <p:nvPr/>
        </p:nvSpPr>
        <p:spPr>
          <a:xfrm>
            <a:off x="2505456" y="1188720"/>
            <a:ext cx="658368" cy="658368"/>
          </a:xfrm>
          <a:prstGeom prst="ellipse">
            <a:avLst/>
          </a:prstGeom>
          <a:solidFill>
            <a:srgbClr val="0D3C72"/>
          </a:solidFill>
          <a:ln>
            <a:noFill/>
          </a:ln>
          <a:effectLst/>
        </p:spPr>
        <p:txBody>
          <a:bodyPr rtlCol="0" anchor="ctr" lIns="0" rIns="0" tIns="0" bIns="0"/>
          <a:lstStyle/>
          <a:p>
            <a:pPr algn="ctr"/>
          </a:p>
        </p:txBody>
      </p:sp>
      <p:pic>
        <p:nvPicPr>
          <p:cNvPr id="9" name="Picture 8" descr="fa_FaVial_w.png"/>
          <p:cNvPicPr>
            <a:picLocks noChangeAspect="1"/>
          </p:cNvPicPr>
          <p:nvPr/>
        </p:nvPicPr>
        <p:blipFill>
          <a:blip r:embed="rId3"/>
          <a:stretch>
            <a:fillRect/>
          </a:stretch>
        </p:blipFill>
        <p:spPr>
          <a:xfrm>
            <a:off x="2670047" y="1353312"/>
            <a:ext cx="329184" cy="329184"/>
          </a:xfrm>
          <a:prstGeom prst="rect">
            <a:avLst/>
          </a:prstGeom>
        </p:spPr>
      </p:pic>
      <p:sp>
        <p:nvSpPr>
          <p:cNvPr id="10" name="TextBox 9"/>
          <p:cNvSpPr txBox="1"/>
          <p:nvPr/>
        </p:nvSpPr>
        <p:spPr>
          <a:xfrm>
            <a:off x="2057399" y="1938528"/>
            <a:ext cx="1554480" cy="777240"/>
          </a:xfrm>
          <a:prstGeom prst="rect">
            <a:avLst/>
          </a:prstGeom>
          <a:noFill/>
        </p:spPr>
        <p:txBody>
          <a:bodyPr wrap="square" lIns="0" rIns="0" tIns="0" bIns="0" anchor="t">
            <a:spAutoFit/>
          </a:bodyPr>
          <a:lstStyle/>
          <a:p>
            <a:pPr algn="ctr"/>
            <a:r>
              <a:rPr sz="1200" b="1" i="0">
                <a:solidFill>
                  <a:srgbClr val="14161D"/>
                </a:solidFill>
                <a:latin typeface="Nunito"/>
              </a:rPr>
              <a:t>Build and test</a:t>
            </a:r>
          </a:p>
          <a:p>
            <a:pPr algn="ctr"/>
            <a:r>
              <a:rPr sz="1000" b="0" i="0">
                <a:solidFill>
                  <a:srgbClr val="808285"/>
                </a:solidFill>
                <a:latin typeface="Nunito"/>
              </a:rPr>
              <a:t>GitHub Actions: lint, unit and integration tests</a:t>
            </a:r>
          </a:p>
        </p:txBody>
      </p:sp>
      <p:cxnSp>
        <p:nvCxnSpPr>
          <p:cNvPr id="11" name="Connector 10"/>
          <p:cNvCxnSpPr/>
          <p:nvPr/>
        </p:nvCxnSpPr>
        <p:spPr>
          <a:xfrm>
            <a:off x="3255263" y="1517904"/>
            <a:ext cx="896113" cy="0"/>
          </a:xfrm>
          <a:prstGeom prst="line">
            <a:avLst/>
          </a:prstGeom>
          <a:ln w="19050">
            <a:solidFill>
              <a:srgbClr val="0092BC"/>
            </a:solidFill>
            <a:tailEnd type="triangle" w="med" len="med"/>
          </a:ln>
        </p:spPr>
      </p:cxnSp>
      <p:sp>
        <p:nvSpPr>
          <p:cNvPr id="12" name="stage-Package"/>
          <p:cNvSpPr/>
          <p:nvPr/>
        </p:nvSpPr>
        <p:spPr>
          <a:xfrm>
            <a:off x="4242816" y="1188720"/>
            <a:ext cx="658368" cy="658368"/>
          </a:xfrm>
          <a:prstGeom prst="ellipse">
            <a:avLst/>
          </a:prstGeom>
          <a:solidFill>
            <a:srgbClr val="0D3C72"/>
          </a:solidFill>
          <a:ln>
            <a:noFill/>
          </a:ln>
          <a:effectLst/>
        </p:spPr>
        <p:txBody>
          <a:bodyPr rtlCol="0" anchor="ctr" lIns="0" rIns="0" tIns="0" bIns="0"/>
          <a:lstStyle/>
          <a:p>
            <a:pPr algn="ctr"/>
          </a:p>
        </p:txBody>
      </p:sp>
      <p:pic>
        <p:nvPicPr>
          <p:cNvPr id="13" name="Picture 12" descr="fa_FaBoxesStacked_w.png"/>
          <p:cNvPicPr>
            <a:picLocks noChangeAspect="1"/>
          </p:cNvPicPr>
          <p:nvPr/>
        </p:nvPicPr>
        <p:blipFill>
          <a:blip r:embed="rId4"/>
          <a:stretch>
            <a:fillRect/>
          </a:stretch>
        </p:blipFill>
        <p:spPr>
          <a:xfrm>
            <a:off x="4407408" y="1353312"/>
            <a:ext cx="329184" cy="329184"/>
          </a:xfrm>
          <a:prstGeom prst="rect">
            <a:avLst/>
          </a:prstGeom>
        </p:spPr>
      </p:pic>
      <p:sp>
        <p:nvSpPr>
          <p:cNvPr id="14" name="TextBox 13"/>
          <p:cNvSpPr txBox="1"/>
          <p:nvPr/>
        </p:nvSpPr>
        <p:spPr>
          <a:xfrm>
            <a:off x="3794760" y="1938528"/>
            <a:ext cx="1554480" cy="777240"/>
          </a:xfrm>
          <a:prstGeom prst="rect">
            <a:avLst/>
          </a:prstGeom>
          <a:noFill/>
        </p:spPr>
        <p:txBody>
          <a:bodyPr wrap="square" lIns="0" rIns="0" tIns="0" bIns="0" anchor="t">
            <a:spAutoFit/>
          </a:bodyPr>
          <a:lstStyle/>
          <a:p>
            <a:pPr algn="ctr"/>
            <a:r>
              <a:rPr sz="1200" b="1" i="0">
                <a:solidFill>
                  <a:srgbClr val="14161D"/>
                </a:solidFill>
                <a:latin typeface="Nunito"/>
              </a:rPr>
              <a:t>Package</a:t>
            </a:r>
          </a:p>
          <a:p>
            <a:pPr algn="ctr"/>
            <a:r>
              <a:rPr sz="1000" b="0" i="0">
                <a:solidFill>
                  <a:srgbClr val="808285"/>
                </a:solidFill>
                <a:latin typeface="Nunito"/>
              </a:rPr>
              <a:t>API and worker images stored in Amazon ECR</a:t>
            </a:r>
          </a:p>
        </p:txBody>
      </p:sp>
      <p:cxnSp>
        <p:nvCxnSpPr>
          <p:cNvPr id="15" name="Connector 14"/>
          <p:cNvCxnSpPr/>
          <p:nvPr/>
        </p:nvCxnSpPr>
        <p:spPr>
          <a:xfrm>
            <a:off x="4992624" y="1517904"/>
            <a:ext cx="896112" cy="0"/>
          </a:xfrm>
          <a:prstGeom prst="line">
            <a:avLst/>
          </a:prstGeom>
          <a:ln w="19050">
            <a:solidFill>
              <a:srgbClr val="0092BC"/>
            </a:solidFill>
            <a:tailEnd type="triangle" w="med" len="med"/>
          </a:ln>
        </p:spPr>
      </p:cxnSp>
      <p:sp>
        <p:nvSpPr>
          <p:cNvPr id="16" name="stage-Deploy"/>
          <p:cNvSpPr/>
          <p:nvPr/>
        </p:nvSpPr>
        <p:spPr>
          <a:xfrm>
            <a:off x="5980175" y="1188720"/>
            <a:ext cx="658368" cy="658368"/>
          </a:xfrm>
          <a:prstGeom prst="ellipse">
            <a:avLst/>
          </a:prstGeom>
          <a:solidFill>
            <a:srgbClr val="0D3C72"/>
          </a:solidFill>
          <a:ln>
            <a:noFill/>
          </a:ln>
          <a:effectLst/>
        </p:spPr>
        <p:txBody>
          <a:bodyPr rtlCol="0" anchor="ctr" lIns="0" rIns="0" tIns="0" bIns="0"/>
          <a:lstStyle/>
          <a:p>
            <a:pPr algn="ctr"/>
          </a:p>
        </p:txBody>
      </p:sp>
      <p:pic>
        <p:nvPicPr>
          <p:cNvPr id="17" name="Picture 16" descr="fa_FaRocket_w.png"/>
          <p:cNvPicPr>
            <a:picLocks noChangeAspect="1"/>
          </p:cNvPicPr>
          <p:nvPr/>
        </p:nvPicPr>
        <p:blipFill>
          <a:blip r:embed="rId5"/>
          <a:stretch>
            <a:fillRect/>
          </a:stretch>
        </p:blipFill>
        <p:spPr>
          <a:xfrm>
            <a:off x="6144768" y="1353312"/>
            <a:ext cx="329184" cy="329184"/>
          </a:xfrm>
          <a:prstGeom prst="rect">
            <a:avLst/>
          </a:prstGeom>
        </p:spPr>
      </p:pic>
      <p:sp>
        <p:nvSpPr>
          <p:cNvPr id="18" name="TextBox 17"/>
          <p:cNvSpPr txBox="1"/>
          <p:nvPr/>
        </p:nvSpPr>
        <p:spPr>
          <a:xfrm>
            <a:off x="5532120" y="1938528"/>
            <a:ext cx="1554480" cy="777240"/>
          </a:xfrm>
          <a:prstGeom prst="rect">
            <a:avLst/>
          </a:prstGeom>
          <a:noFill/>
        </p:spPr>
        <p:txBody>
          <a:bodyPr wrap="square" lIns="0" rIns="0" tIns="0" bIns="0" anchor="t">
            <a:spAutoFit/>
          </a:bodyPr>
          <a:lstStyle/>
          <a:p>
            <a:pPr algn="ctr"/>
            <a:r>
              <a:rPr sz="1200" b="1" i="0">
                <a:solidFill>
                  <a:srgbClr val="14161D"/>
                </a:solidFill>
                <a:latin typeface="Nunito"/>
              </a:rPr>
              <a:t>Deploy</a:t>
            </a:r>
          </a:p>
          <a:p>
            <a:pPr algn="ctr"/>
            <a:r>
              <a:rPr sz="1000" b="0" i="0">
                <a:solidFill>
                  <a:srgbClr val="808285"/>
                </a:solidFill>
                <a:latin typeface="Nunito"/>
              </a:rPr>
              <a:t>CDK provisions; ECS rolls out with automatic rollback</a:t>
            </a:r>
          </a:p>
        </p:txBody>
      </p:sp>
      <p:cxnSp>
        <p:nvCxnSpPr>
          <p:cNvPr id="19" name="Connector 18"/>
          <p:cNvCxnSpPr/>
          <p:nvPr/>
        </p:nvCxnSpPr>
        <p:spPr>
          <a:xfrm>
            <a:off x="6729983" y="1517904"/>
            <a:ext cx="896113" cy="0"/>
          </a:xfrm>
          <a:prstGeom prst="line">
            <a:avLst/>
          </a:prstGeom>
          <a:ln w="19050">
            <a:solidFill>
              <a:srgbClr val="0092BC"/>
            </a:solidFill>
            <a:tailEnd type="triangle" w="med" len="med"/>
          </a:ln>
        </p:spPr>
      </p:cxnSp>
      <p:sp>
        <p:nvSpPr>
          <p:cNvPr id="20" name="stage-Monitor"/>
          <p:cNvSpPr/>
          <p:nvPr/>
        </p:nvSpPr>
        <p:spPr>
          <a:xfrm>
            <a:off x="7717536" y="1188720"/>
            <a:ext cx="658368" cy="658368"/>
          </a:xfrm>
          <a:prstGeom prst="ellipse">
            <a:avLst/>
          </a:prstGeom>
          <a:solidFill>
            <a:srgbClr val="0D3C72"/>
          </a:solidFill>
          <a:ln>
            <a:noFill/>
          </a:ln>
          <a:effectLst/>
        </p:spPr>
        <p:txBody>
          <a:bodyPr rtlCol="0" anchor="ctr" lIns="0" rIns="0" tIns="0" bIns="0"/>
          <a:lstStyle/>
          <a:p>
            <a:pPr algn="ctr"/>
          </a:p>
        </p:txBody>
      </p:sp>
      <p:pic>
        <p:nvPicPr>
          <p:cNvPr id="21" name="Picture 20" descr="fa_FaChartLine_w.png"/>
          <p:cNvPicPr>
            <a:picLocks noChangeAspect="1"/>
          </p:cNvPicPr>
          <p:nvPr/>
        </p:nvPicPr>
        <p:blipFill>
          <a:blip r:embed="rId6"/>
          <a:stretch>
            <a:fillRect/>
          </a:stretch>
        </p:blipFill>
        <p:spPr>
          <a:xfrm>
            <a:off x="7882127" y="1353312"/>
            <a:ext cx="329184" cy="329184"/>
          </a:xfrm>
          <a:prstGeom prst="rect">
            <a:avLst/>
          </a:prstGeom>
        </p:spPr>
      </p:pic>
      <p:sp>
        <p:nvSpPr>
          <p:cNvPr id="22" name="TextBox 21"/>
          <p:cNvSpPr txBox="1"/>
          <p:nvPr/>
        </p:nvSpPr>
        <p:spPr>
          <a:xfrm>
            <a:off x="7269479" y="1938528"/>
            <a:ext cx="1554480" cy="777240"/>
          </a:xfrm>
          <a:prstGeom prst="rect">
            <a:avLst/>
          </a:prstGeom>
          <a:noFill/>
        </p:spPr>
        <p:txBody>
          <a:bodyPr wrap="square" lIns="0" rIns="0" tIns="0" bIns="0" anchor="t">
            <a:spAutoFit/>
          </a:bodyPr>
          <a:lstStyle/>
          <a:p>
            <a:pPr algn="ctr"/>
            <a:r>
              <a:rPr sz="1200" b="1" i="0">
                <a:solidFill>
                  <a:srgbClr val="14161D"/>
                </a:solidFill>
                <a:latin typeface="Nunito"/>
              </a:rPr>
              <a:t>Monitor</a:t>
            </a:r>
          </a:p>
          <a:p>
            <a:pPr algn="ctr"/>
            <a:r>
              <a:rPr sz="1000" b="0" i="0">
                <a:solidFill>
                  <a:srgbClr val="808285"/>
                </a:solidFill>
                <a:latin typeface="Nunito"/>
              </a:rPr>
              <a:t>CloudWatch alarms notify on-call through SNS</a:t>
            </a:r>
          </a:p>
        </p:txBody>
      </p:sp>
      <p:sp>
        <p:nvSpPr>
          <p:cNvPr id="23" name="TextBox 22"/>
          <p:cNvSpPr txBox="1"/>
          <p:nvPr/>
        </p:nvSpPr>
        <p:spPr>
          <a:xfrm>
            <a:off x="457200" y="2743200"/>
            <a:ext cx="8229600" cy="228600"/>
          </a:xfrm>
          <a:prstGeom prst="rect">
            <a:avLst/>
          </a:prstGeom>
          <a:noFill/>
        </p:spPr>
        <p:txBody>
          <a:bodyPr wrap="square" lIns="0" rIns="0" tIns="0" bIns="0" anchor="t">
            <a:spAutoFit/>
          </a:bodyPr>
          <a:lstStyle/>
          <a:p>
            <a:pPr algn="ctr"/>
            <a:r>
              <a:rPr sz="1000" b="1" i="0">
                <a:solidFill>
                  <a:srgbClr val="0092BC"/>
                </a:solidFill>
                <a:latin typeface="Nunito"/>
              </a:rPr>
              <a:t>SAME BUILD, PROMOTED THROUGH SEPARATE AWS ACCOUNTS</a:t>
            </a:r>
          </a:p>
        </p:txBody>
      </p:sp>
      <p:sp>
        <p:nvSpPr>
          <p:cNvPr id="24" name="env-Dev"/>
          <p:cNvSpPr/>
          <p:nvPr/>
        </p:nvSpPr>
        <p:spPr>
          <a:xfrm>
            <a:off x="1234440" y="3035808"/>
            <a:ext cx="1463040" cy="411480"/>
          </a:xfrm>
          <a:prstGeom prst="roundRect">
            <a:avLst>
              <a:gd name="adj" fmla="val 50000"/>
            </a:avLst>
          </a:prstGeom>
          <a:solidFill>
            <a:srgbClr val="F5F5F5"/>
          </a:solidFill>
          <a:ln>
            <a:noFill/>
          </a:ln>
          <a:effectLst/>
        </p:spPr>
        <p:txBody>
          <a:bodyPr rtlCol="0" anchor="ctr"/>
          <a:lstStyle/>
          <a:p/>
        </p:txBody>
      </p:sp>
      <p:sp>
        <p:nvSpPr>
          <p:cNvPr id="25" name="TextBox 24"/>
          <p:cNvSpPr txBox="1"/>
          <p:nvPr/>
        </p:nvSpPr>
        <p:spPr>
          <a:xfrm>
            <a:off x="1234440" y="3035808"/>
            <a:ext cx="1463040" cy="411480"/>
          </a:xfrm>
          <a:prstGeom prst="rect">
            <a:avLst/>
          </a:prstGeom>
          <a:noFill/>
        </p:spPr>
        <p:txBody>
          <a:bodyPr wrap="square" lIns="0" rIns="0" tIns="0" bIns="0" anchor="ctr">
            <a:spAutoFit/>
          </a:bodyPr>
          <a:lstStyle/>
          <a:p>
            <a:pPr algn="ctr"/>
            <a:r>
              <a:rPr sz="1200" b="1" i="0">
                <a:solidFill>
                  <a:srgbClr val="14161D"/>
                </a:solidFill>
                <a:latin typeface="Nunito"/>
              </a:rPr>
              <a:t>Dev</a:t>
            </a:r>
          </a:p>
        </p:txBody>
      </p:sp>
      <p:cxnSp>
        <p:nvCxnSpPr>
          <p:cNvPr id="26" name="Connector 25"/>
          <p:cNvCxnSpPr/>
          <p:nvPr/>
        </p:nvCxnSpPr>
        <p:spPr>
          <a:xfrm>
            <a:off x="2734056" y="3241548"/>
            <a:ext cx="201168" cy="0"/>
          </a:xfrm>
          <a:prstGeom prst="line">
            <a:avLst/>
          </a:prstGeom>
          <a:ln w="15875">
            <a:solidFill>
              <a:srgbClr val="808285"/>
            </a:solidFill>
            <a:tailEnd type="triangle" w="med" len="med"/>
          </a:ln>
        </p:spPr>
      </p:cxnSp>
      <p:sp>
        <p:nvSpPr>
          <p:cNvPr id="27" name="env-Staging"/>
          <p:cNvSpPr/>
          <p:nvPr/>
        </p:nvSpPr>
        <p:spPr>
          <a:xfrm>
            <a:off x="2971800" y="3035808"/>
            <a:ext cx="1463040" cy="411480"/>
          </a:xfrm>
          <a:prstGeom prst="roundRect">
            <a:avLst>
              <a:gd name="adj" fmla="val 50000"/>
            </a:avLst>
          </a:prstGeom>
          <a:solidFill>
            <a:srgbClr val="F5F5F5"/>
          </a:solidFill>
          <a:ln>
            <a:noFill/>
          </a:ln>
          <a:effectLst/>
        </p:spPr>
        <p:txBody>
          <a:bodyPr rtlCol="0" anchor="ctr"/>
          <a:lstStyle/>
          <a:p/>
        </p:txBody>
      </p:sp>
      <p:sp>
        <p:nvSpPr>
          <p:cNvPr id="28" name="TextBox 27"/>
          <p:cNvSpPr txBox="1"/>
          <p:nvPr/>
        </p:nvSpPr>
        <p:spPr>
          <a:xfrm>
            <a:off x="2971800" y="3035808"/>
            <a:ext cx="1463040" cy="411480"/>
          </a:xfrm>
          <a:prstGeom prst="rect">
            <a:avLst/>
          </a:prstGeom>
          <a:noFill/>
        </p:spPr>
        <p:txBody>
          <a:bodyPr wrap="square" lIns="0" rIns="0" tIns="0" bIns="0" anchor="ctr">
            <a:spAutoFit/>
          </a:bodyPr>
          <a:lstStyle/>
          <a:p>
            <a:pPr algn="ctr"/>
            <a:r>
              <a:rPr sz="1200" b="1" i="0">
                <a:solidFill>
                  <a:srgbClr val="14161D"/>
                </a:solidFill>
                <a:latin typeface="Nunito"/>
              </a:rPr>
              <a:t>Staging</a:t>
            </a:r>
          </a:p>
        </p:txBody>
      </p:sp>
      <p:cxnSp>
        <p:nvCxnSpPr>
          <p:cNvPr id="29" name="Connector 28"/>
          <p:cNvCxnSpPr/>
          <p:nvPr/>
        </p:nvCxnSpPr>
        <p:spPr>
          <a:xfrm>
            <a:off x="4471416" y="3241548"/>
            <a:ext cx="201167" cy="0"/>
          </a:xfrm>
          <a:prstGeom prst="line">
            <a:avLst/>
          </a:prstGeom>
          <a:ln w="15875">
            <a:solidFill>
              <a:srgbClr val="808285"/>
            </a:solidFill>
            <a:tailEnd type="triangle" w="med" len="med"/>
          </a:ln>
        </p:spPr>
      </p:cxnSp>
      <p:sp>
        <p:nvSpPr>
          <p:cNvPr id="30" name="env-Approval"/>
          <p:cNvSpPr/>
          <p:nvPr/>
        </p:nvSpPr>
        <p:spPr>
          <a:xfrm>
            <a:off x="4709160" y="3035808"/>
            <a:ext cx="1463040" cy="411480"/>
          </a:xfrm>
          <a:prstGeom prst="roundRect">
            <a:avLst>
              <a:gd name="adj" fmla="val 50000"/>
            </a:avLst>
          </a:prstGeom>
          <a:solidFill>
            <a:srgbClr val="FFFFFF"/>
          </a:solidFill>
          <a:ln w="9525">
            <a:solidFill>
              <a:srgbClr val="0092BC"/>
            </a:solidFill>
          </a:ln>
          <a:effectLst/>
        </p:spPr>
        <p:txBody>
          <a:bodyPr rtlCol="0" anchor="ctr"/>
          <a:lstStyle/>
          <a:p/>
        </p:txBody>
      </p:sp>
      <p:sp>
        <p:nvSpPr>
          <p:cNvPr id="31" name="TextBox 30"/>
          <p:cNvSpPr txBox="1"/>
          <p:nvPr/>
        </p:nvSpPr>
        <p:spPr>
          <a:xfrm>
            <a:off x="4709160" y="3035808"/>
            <a:ext cx="1463040" cy="411480"/>
          </a:xfrm>
          <a:prstGeom prst="rect">
            <a:avLst/>
          </a:prstGeom>
          <a:noFill/>
        </p:spPr>
        <p:txBody>
          <a:bodyPr wrap="square" lIns="0" rIns="0" tIns="0" bIns="0" anchor="ctr">
            <a:spAutoFit/>
          </a:bodyPr>
          <a:lstStyle/>
          <a:p>
            <a:pPr algn="ctr"/>
            <a:r>
              <a:rPr sz="1200" b="1" i="0">
                <a:solidFill>
                  <a:srgbClr val="0092BC"/>
                </a:solidFill>
                <a:latin typeface="Nunito"/>
              </a:rPr>
              <a:t>Approval</a:t>
            </a:r>
          </a:p>
        </p:txBody>
      </p:sp>
      <p:cxnSp>
        <p:nvCxnSpPr>
          <p:cNvPr id="32" name="Connector 31"/>
          <p:cNvCxnSpPr/>
          <p:nvPr/>
        </p:nvCxnSpPr>
        <p:spPr>
          <a:xfrm>
            <a:off x="6208776" y="3241548"/>
            <a:ext cx="201168" cy="0"/>
          </a:xfrm>
          <a:prstGeom prst="line">
            <a:avLst/>
          </a:prstGeom>
          <a:ln w="15875">
            <a:solidFill>
              <a:srgbClr val="808285"/>
            </a:solidFill>
            <a:tailEnd type="triangle" w="med" len="med"/>
          </a:ln>
        </p:spPr>
      </p:cxnSp>
      <p:sp>
        <p:nvSpPr>
          <p:cNvPr id="33" name="env-Production"/>
          <p:cNvSpPr/>
          <p:nvPr/>
        </p:nvSpPr>
        <p:spPr>
          <a:xfrm>
            <a:off x="6446520" y="3035808"/>
            <a:ext cx="1463040" cy="411480"/>
          </a:xfrm>
          <a:prstGeom prst="roundRect">
            <a:avLst>
              <a:gd name="adj" fmla="val 50000"/>
            </a:avLst>
          </a:prstGeom>
          <a:solidFill>
            <a:srgbClr val="0092BC"/>
          </a:solidFill>
          <a:ln>
            <a:noFill/>
          </a:ln>
          <a:effectLst/>
        </p:spPr>
        <p:txBody>
          <a:bodyPr rtlCol="0" anchor="ctr"/>
          <a:lstStyle/>
          <a:p/>
        </p:txBody>
      </p:sp>
      <p:sp>
        <p:nvSpPr>
          <p:cNvPr id="34" name="TextBox 33"/>
          <p:cNvSpPr txBox="1"/>
          <p:nvPr/>
        </p:nvSpPr>
        <p:spPr>
          <a:xfrm>
            <a:off x="6446520" y="3035808"/>
            <a:ext cx="1463040" cy="411480"/>
          </a:xfrm>
          <a:prstGeom prst="rect">
            <a:avLst/>
          </a:prstGeom>
          <a:noFill/>
        </p:spPr>
        <p:txBody>
          <a:bodyPr wrap="square" lIns="0" rIns="0" tIns="0" bIns="0" anchor="ctr">
            <a:spAutoFit/>
          </a:bodyPr>
          <a:lstStyle/>
          <a:p>
            <a:pPr algn="ctr"/>
            <a:r>
              <a:rPr sz="1200" b="1" i="0">
                <a:solidFill>
                  <a:srgbClr val="FFFFFF"/>
                </a:solidFill>
                <a:latin typeface="Nunito"/>
              </a:rPr>
              <a:t>Production</a:t>
            </a:r>
          </a:p>
        </p:txBody>
      </p:sp>
      <p:sp>
        <p:nvSpPr>
          <p:cNvPr id="35" name="TextBox 34"/>
          <p:cNvSpPr txBox="1"/>
          <p:nvPr/>
        </p:nvSpPr>
        <p:spPr>
          <a:xfrm>
            <a:off x="457200" y="3584448"/>
            <a:ext cx="8229600" cy="274320"/>
          </a:xfrm>
          <a:prstGeom prst="rect">
            <a:avLst/>
          </a:prstGeom>
          <a:noFill/>
        </p:spPr>
        <p:txBody>
          <a:bodyPr wrap="square" lIns="0" rIns="0" tIns="0" bIns="0" anchor="t">
            <a:spAutoFit/>
          </a:bodyPr>
          <a:lstStyle/>
          <a:p>
            <a:pPr algn="ctr"/>
            <a:r>
              <a:rPr sz="1000" b="0" i="0">
                <a:solidFill>
                  <a:srgbClr val="808285"/>
                </a:solidFill>
                <a:latin typeface="Nunito"/>
              </a:rPr>
              <a:t>Database migrations run as a one-off task before each rollout; the previous version still works after a rollback.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8056" y="274320"/>
            <a:ext cx="6858000" cy="457200"/>
          </a:xfrm>
        </p:spPr>
        <p:txBody>
          <a:bodyPr lIns="0" rIns="0" tIns="0" bIns="0" anchor="t" wrap="square"/>
          <a:lstStyle/>
          <a:p>
            <a:pPr algn="l"/>
            <a:r>
              <a:rPr sz="2600" b="1">
                <a:solidFill>
                  <a:srgbClr val="FFFFFF"/>
                </a:solidFill>
                <a:latin typeface="Nunito"/>
              </a:rPr>
              <a:t>Key design decisions</a:t>
            </a:r>
          </a:p>
        </p:txBody>
      </p:sp>
      <p:sp>
        <p:nvSpPr>
          <p:cNvPr id="3" name="Subtitle"/>
          <p:cNvSpPr txBox="1"/>
          <p:nvPr/>
        </p:nvSpPr>
        <p:spPr>
          <a:xfrm>
            <a:off x="448056" y="731520"/>
            <a:ext cx="6949440" cy="274320"/>
          </a:xfrm>
          <a:prstGeom prst="rect">
            <a:avLst/>
          </a:prstGeom>
          <a:noFill/>
        </p:spPr>
        <p:txBody>
          <a:bodyPr wrap="square" lIns="0" rIns="0" tIns="0" bIns="0" anchor="t">
            <a:spAutoFit/>
          </a:bodyPr>
          <a:lstStyle/>
          <a:p>
            <a:pPr algn="l"/>
            <a:r>
              <a:rPr sz="1300" b="1" i="0">
                <a:solidFill>
                  <a:srgbClr val="0BE0E9"/>
                </a:solidFill>
                <a:latin typeface="Nunito"/>
              </a:rPr>
              <a:t>Chosen for simplicity, security and room to grow</a:t>
            </a:r>
          </a:p>
        </p:txBody>
      </p:sp>
      <p:sp>
        <p:nvSpPr>
          <p:cNvPr id="4" name="decision-1"/>
          <p:cNvSpPr/>
          <p:nvPr/>
        </p:nvSpPr>
        <p:spPr>
          <a:xfrm>
            <a:off x="457200" y="1234440"/>
            <a:ext cx="1536192" cy="3291840"/>
          </a:xfrm>
          <a:prstGeom prst="roundRect">
            <a:avLst>
              <a:gd name="adj" fmla="val 6000"/>
            </a:avLst>
          </a:prstGeom>
          <a:solidFill>
            <a:srgbClr val="FFFFFF"/>
          </a:solidFill>
          <a:ln>
            <a:noFill/>
          </a:ln>
          <a:effectLst/>
        </p:spPr>
        <p:txBody>
          <a:bodyPr rtlCol="0" anchor="ctr"/>
          <a:lstStyle/>
          <a:p/>
        </p:txBody>
      </p:sp>
      <p:sp>
        <p:nvSpPr>
          <p:cNvPr id="5" name="decision-icon-1"/>
          <p:cNvSpPr/>
          <p:nvPr/>
        </p:nvSpPr>
        <p:spPr>
          <a:xfrm>
            <a:off x="594360" y="1389888"/>
            <a:ext cx="502920" cy="502920"/>
          </a:xfrm>
          <a:prstGeom prst="ellipse">
            <a:avLst/>
          </a:prstGeom>
          <a:solidFill>
            <a:srgbClr val="0D3C72"/>
          </a:solidFill>
          <a:ln>
            <a:noFill/>
          </a:ln>
          <a:effectLst/>
        </p:spPr>
        <p:txBody>
          <a:bodyPr rtlCol="0" anchor="ctr" lIns="0" rIns="0" tIns="0" bIns="0"/>
          <a:lstStyle/>
          <a:p>
            <a:pPr algn="ctr"/>
          </a:p>
        </p:txBody>
      </p:sp>
      <p:pic>
        <p:nvPicPr>
          <p:cNvPr id="6" name="Picture 5" descr="fa_FaCubes_w.png"/>
          <p:cNvPicPr>
            <a:picLocks noChangeAspect="1"/>
          </p:cNvPicPr>
          <p:nvPr/>
        </p:nvPicPr>
        <p:blipFill>
          <a:blip r:embed="rId2"/>
          <a:stretch>
            <a:fillRect/>
          </a:stretch>
        </p:blipFill>
        <p:spPr>
          <a:xfrm>
            <a:off x="713232" y="1508760"/>
            <a:ext cx="265176" cy="265176"/>
          </a:xfrm>
          <a:prstGeom prst="rect">
            <a:avLst/>
          </a:prstGeom>
        </p:spPr>
      </p:pic>
      <p:sp>
        <p:nvSpPr>
          <p:cNvPr id="7" name="TextBox 6"/>
          <p:cNvSpPr txBox="1"/>
          <p:nvPr/>
        </p:nvSpPr>
        <p:spPr>
          <a:xfrm>
            <a:off x="594360" y="2011680"/>
            <a:ext cx="1261872" cy="566928"/>
          </a:xfrm>
          <a:prstGeom prst="rect">
            <a:avLst/>
          </a:prstGeom>
          <a:noFill/>
        </p:spPr>
        <p:txBody>
          <a:bodyPr wrap="square" lIns="0" rIns="0" tIns="0" bIns="0" anchor="t">
            <a:spAutoFit/>
          </a:bodyPr>
          <a:lstStyle/>
          <a:p>
            <a:pPr algn="l"/>
            <a:r>
              <a:rPr sz="1200" b="1" i="0">
                <a:solidFill>
                  <a:srgbClr val="0D3C72"/>
                </a:solidFill>
                <a:latin typeface="Nunito"/>
              </a:rPr>
              <a:t>Managed services</a:t>
            </a:r>
          </a:p>
        </p:txBody>
      </p:sp>
      <p:sp>
        <p:nvSpPr>
          <p:cNvPr id="8" name="TextBox 7"/>
          <p:cNvSpPr txBox="1"/>
          <p:nvPr/>
        </p:nvSpPr>
        <p:spPr>
          <a:xfrm>
            <a:off x="594360" y="2633472"/>
            <a:ext cx="1261872" cy="1097280"/>
          </a:xfrm>
          <a:prstGeom prst="rect">
            <a:avLst/>
          </a:prstGeom>
          <a:noFill/>
        </p:spPr>
        <p:txBody>
          <a:bodyPr wrap="square" lIns="0" rIns="0" tIns="0" bIns="0" anchor="t">
            <a:spAutoFit/>
          </a:bodyPr>
          <a:lstStyle/>
          <a:p>
            <a:pPr algn="l"/>
            <a:r>
              <a:rPr sz="1050" b="0" i="0">
                <a:solidFill>
                  <a:srgbClr val="14161D"/>
                </a:solidFill>
                <a:latin typeface="Nunito"/>
              </a:rPr>
              <a:t>Fargate, RDS, SQS and Cognito: no servers to patch or clusters to run.</a:t>
            </a:r>
          </a:p>
        </p:txBody>
      </p:sp>
      <p:sp>
        <p:nvSpPr>
          <p:cNvPr id="9" name="alt-1"/>
          <p:cNvSpPr/>
          <p:nvPr/>
        </p:nvSpPr>
        <p:spPr>
          <a:xfrm>
            <a:off x="548640" y="3840480"/>
            <a:ext cx="1353312" cy="566928"/>
          </a:xfrm>
          <a:prstGeom prst="roundRect">
            <a:avLst>
              <a:gd name="adj" fmla="val 10000"/>
            </a:avLst>
          </a:prstGeom>
          <a:solidFill>
            <a:srgbClr val="F5F5F5"/>
          </a:solidFill>
          <a:ln>
            <a:noFill/>
          </a:ln>
          <a:effectLst/>
        </p:spPr>
        <p:txBody>
          <a:bodyPr rtlCol="0" anchor="ctr"/>
          <a:lstStyle/>
          <a:p/>
        </p:txBody>
      </p:sp>
      <p:sp>
        <p:nvSpPr>
          <p:cNvPr id="10" name="TextBox 9"/>
          <p:cNvSpPr txBox="1"/>
          <p:nvPr/>
        </p:nvSpPr>
        <p:spPr>
          <a:xfrm>
            <a:off x="640080" y="3886200"/>
            <a:ext cx="1170431" cy="475488"/>
          </a:xfrm>
          <a:prstGeom prst="rect">
            <a:avLst/>
          </a:prstGeom>
          <a:noFill/>
        </p:spPr>
        <p:txBody>
          <a:bodyPr wrap="square" lIns="0" rIns="0" tIns="0" bIns="0" anchor="ctr">
            <a:spAutoFit/>
          </a:bodyPr>
          <a:lstStyle/>
          <a:p>
            <a:pPr algn="l"/>
            <a:r>
              <a:rPr sz="900" b="0" i="0">
                <a:solidFill>
                  <a:srgbClr val="808285"/>
                </a:solidFill>
                <a:latin typeface="Nunito"/>
              </a:rPr>
              <a:t>Instead of</a:t>
            </a:r>
          </a:p>
          <a:p>
            <a:pPr algn="l"/>
            <a:r>
              <a:rPr sz="1000" b="1" i="0">
                <a:solidFill>
                  <a:srgbClr val="14161D"/>
                </a:solidFill>
                <a:latin typeface="Nunito"/>
              </a:rPr>
              <a:t>EC2 or Kubernetes</a:t>
            </a:r>
          </a:p>
        </p:txBody>
      </p:sp>
      <p:sp>
        <p:nvSpPr>
          <p:cNvPr id="11" name="decision-2"/>
          <p:cNvSpPr/>
          <p:nvPr/>
        </p:nvSpPr>
        <p:spPr>
          <a:xfrm>
            <a:off x="2135124" y="1234440"/>
            <a:ext cx="1536192" cy="3291840"/>
          </a:xfrm>
          <a:prstGeom prst="roundRect">
            <a:avLst>
              <a:gd name="adj" fmla="val 6000"/>
            </a:avLst>
          </a:prstGeom>
          <a:solidFill>
            <a:srgbClr val="FFFFFF"/>
          </a:solidFill>
          <a:ln>
            <a:noFill/>
          </a:ln>
          <a:effectLst/>
        </p:spPr>
        <p:txBody>
          <a:bodyPr rtlCol="0" anchor="ctr"/>
          <a:lstStyle/>
          <a:p/>
        </p:txBody>
      </p:sp>
      <p:sp>
        <p:nvSpPr>
          <p:cNvPr id="12" name="decision-icon-2"/>
          <p:cNvSpPr/>
          <p:nvPr/>
        </p:nvSpPr>
        <p:spPr>
          <a:xfrm>
            <a:off x="2272284" y="1389888"/>
            <a:ext cx="502920" cy="502920"/>
          </a:xfrm>
          <a:prstGeom prst="ellipse">
            <a:avLst/>
          </a:prstGeom>
          <a:solidFill>
            <a:srgbClr val="0D3C72"/>
          </a:solidFill>
          <a:ln>
            <a:noFill/>
          </a:ln>
          <a:effectLst/>
        </p:spPr>
        <p:txBody>
          <a:bodyPr rtlCol="0" anchor="ctr" lIns="0" rIns="0" tIns="0" bIns="0"/>
          <a:lstStyle/>
          <a:p>
            <a:pPr algn="ctr"/>
          </a:p>
        </p:txBody>
      </p:sp>
      <p:pic>
        <p:nvPicPr>
          <p:cNvPr id="13" name="Picture 12" descr="fa_FaArrowsUpDown_w.png"/>
          <p:cNvPicPr>
            <a:picLocks noChangeAspect="1"/>
          </p:cNvPicPr>
          <p:nvPr/>
        </p:nvPicPr>
        <p:blipFill>
          <a:blip r:embed="rId3"/>
          <a:stretch>
            <a:fillRect/>
          </a:stretch>
        </p:blipFill>
        <p:spPr>
          <a:xfrm>
            <a:off x="2391156" y="1508760"/>
            <a:ext cx="265176" cy="265176"/>
          </a:xfrm>
          <a:prstGeom prst="rect">
            <a:avLst/>
          </a:prstGeom>
        </p:spPr>
      </p:pic>
      <p:sp>
        <p:nvSpPr>
          <p:cNvPr id="14" name="TextBox 13"/>
          <p:cNvSpPr txBox="1"/>
          <p:nvPr/>
        </p:nvSpPr>
        <p:spPr>
          <a:xfrm>
            <a:off x="2272284" y="2011680"/>
            <a:ext cx="1261872" cy="566928"/>
          </a:xfrm>
          <a:prstGeom prst="rect">
            <a:avLst/>
          </a:prstGeom>
          <a:noFill/>
        </p:spPr>
        <p:txBody>
          <a:bodyPr wrap="square" lIns="0" rIns="0" tIns="0" bIns="0" anchor="t">
            <a:spAutoFit/>
          </a:bodyPr>
          <a:lstStyle/>
          <a:p>
            <a:pPr algn="l"/>
            <a:r>
              <a:rPr sz="1200" b="1" i="0">
                <a:solidFill>
                  <a:srgbClr val="0D3C72"/>
                </a:solidFill>
                <a:latin typeface="Nunito"/>
              </a:rPr>
              <a:t>API and worker scale separately</a:t>
            </a:r>
          </a:p>
        </p:txBody>
      </p:sp>
      <p:sp>
        <p:nvSpPr>
          <p:cNvPr id="15" name="TextBox 14"/>
          <p:cNvSpPr txBox="1"/>
          <p:nvPr/>
        </p:nvSpPr>
        <p:spPr>
          <a:xfrm>
            <a:off x="2272284" y="2633472"/>
            <a:ext cx="1261872" cy="1097280"/>
          </a:xfrm>
          <a:prstGeom prst="rect">
            <a:avLst/>
          </a:prstGeom>
          <a:noFill/>
        </p:spPr>
        <p:txBody>
          <a:bodyPr wrap="square" lIns="0" rIns="0" tIns="0" bIns="0" anchor="t">
            <a:spAutoFit/>
          </a:bodyPr>
          <a:lstStyle/>
          <a:p>
            <a:pPr algn="l"/>
            <a:r>
              <a:rPr sz="1050" b="0" i="0">
                <a:solidFill>
                  <a:srgbClr val="14161D"/>
                </a:solidFill>
                <a:latin typeface="Nunito"/>
              </a:rPr>
              <a:t>Two Fargate services from one codebase; the worker scales on queue depth.</a:t>
            </a:r>
          </a:p>
        </p:txBody>
      </p:sp>
      <p:sp>
        <p:nvSpPr>
          <p:cNvPr id="16" name="alt-2"/>
          <p:cNvSpPr/>
          <p:nvPr/>
        </p:nvSpPr>
        <p:spPr>
          <a:xfrm>
            <a:off x="2226564" y="3840480"/>
            <a:ext cx="1353312" cy="566928"/>
          </a:xfrm>
          <a:prstGeom prst="roundRect">
            <a:avLst>
              <a:gd name="adj" fmla="val 10000"/>
            </a:avLst>
          </a:prstGeom>
          <a:solidFill>
            <a:srgbClr val="F5F5F5"/>
          </a:solidFill>
          <a:ln>
            <a:noFill/>
          </a:ln>
          <a:effectLst/>
        </p:spPr>
        <p:txBody>
          <a:bodyPr rtlCol="0" anchor="ctr"/>
          <a:lstStyle/>
          <a:p/>
        </p:txBody>
      </p:sp>
      <p:sp>
        <p:nvSpPr>
          <p:cNvPr id="17" name="TextBox 16"/>
          <p:cNvSpPr txBox="1"/>
          <p:nvPr/>
        </p:nvSpPr>
        <p:spPr>
          <a:xfrm>
            <a:off x="2318004" y="3886200"/>
            <a:ext cx="1170431" cy="475488"/>
          </a:xfrm>
          <a:prstGeom prst="rect">
            <a:avLst/>
          </a:prstGeom>
          <a:noFill/>
        </p:spPr>
        <p:txBody>
          <a:bodyPr wrap="square" lIns="0" rIns="0" tIns="0" bIns="0" anchor="ctr">
            <a:spAutoFit/>
          </a:bodyPr>
          <a:lstStyle/>
          <a:p>
            <a:pPr algn="l"/>
            <a:r>
              <a:rPr sz="900" b="0" i="0">
                <a:solidFill>
                  <a:srgbClr val="808285"/>
                </a:solidFill>
                <a:latin typeface="Nunito"/>
              </a:rPr>
              <a:t>Instead of</a:t>
            </a:r>
          </a:p>
          <a:p>
            <a:pPr algn="l"/>
            <a:r>
              <a:rPr sz="1000" b="1" i="0">
                <a:solidFill>
                  <a:srgbClr val="14161D"/>
                </a:solidFill>
                <a:latin typeface="Nunito"/>
              </a:rPr>
              <a:t>Lambda + RDS Proxy</a:t>
            </a:r>
          </a:p>
        </p:txBody>
      </p:sp>
      <p:sp>
        <p:nvSpPr>
          <p:cNvPr id="18" name="decision-3"/>
          <p:cNvSpPr/>
          <p:nvPr/>
        </p:nvSpPr>
        <p:spPr>
          <a:xfrm>
            <a:off x="3813048" y="1234440"/>
            <a:ext cx="1536192" cy="3291840"/>
          </a:xfrm>
          <a:prstGeom prst="roundRect">
            <a:avLst>
              <a:gd name="adj" fmla="val 6000"/>
            </a:avLst>
          </a:prstGeom>
          <a:solidFill>
            <a:srgbClr val="FFFFFF"/>
          </a:solidFill>
          <a:ln>
            <a:noFill/>
          </a:ln>
          <a:effectLst/>
        </p:spPr>
        <p:txBody>
          <a:bodyPr rtlCol="0" anchor="ctr"/>
          <a:lstStyle/>
          <a:p/>
        </p:txBody>
      </p:sp>
      <p:sp>
        <p:nvSpPr>
          <p:cNvPr id="19" name="decision-icon-3"/>
          <p:cNvSpPr/>
          <p:nvPr/>
        </p:nvSpPr>
        <p:spPr>
          <a:xfrm>
            <a:off x="3950208" y="1389888"/>
            <a:ext cx="502920" cy="502920"/>
          </a:xfrm>
          <a:prstGeom prst="ellipse">
            <a:avLst/>
          </a:prstGeom>
          <a:solidFill>
            <a:srgbClr val="0D3C72"/>
          </a:solidFill>
          <a:ln>
            <a:noFill/>
          </a:ln>
          <a:effectLst/>
        </p:spPr>
        <p:txBody>
          <a:bodyPr rtlCol="0" anchor="ctr" lIns="0" rIns="0" tIns="0" bIns="0"/>
          <a:lstStyle/>
          <a:p>
            <a:pPr algn="ctr"/>
          </a:p>
        </p:txBody>
      </p:sp>
      <p:pic>
        <p:nvPicPr>
          <p:cNvPr id="20" name="Picture 19" descr="fa_FaShieldHalved_w.png"/>
          <p:cNvPicPr>
            <a:picLocks noChangeAspect="1"/>
          </p:cNvPicPr>
          <p:nvPr/>
        </p:nvPicPr>
        <p:blipFill>
          <a:blip r:embed="rId4"/>
          <a:stretch>
            <a:fillRect/>
          </a:stretch>
        </p:blipFill>
        <p:spPr>
          <a:xfrm>
            <a:off x="4069080" y="1508760"/>
            <a:ext cx="265176" cy="265176"/>
          </a:xfrm>
          <a:prstGeom prst="rect">
            <a:avLst/>
          </a:prstGeom>
        </p:spPr>
      </p:pic>
      <p:sp>
        <p:nvSpPr>
          <p:cNvPr id="21" name="TextBox 20"/>
          <p:cNvSpPr txBox="1"/>
          <p:nvPr/>
        </p:nvSpPr>
        <p:spPr>
          <a:xfrm>
            <a:off x="3950208" y="2011680"/>
            <a:ext cx="1261872" cy="566928"/>
          </a:xfrm>
          <a:prstGeom prst="rect">
            <a:avLst/>
          </a:prstGeom>
          <a:noFill/>
        </p:spPr>
        <p:txBody>
          <a:bodyPr wrap="square" lIns="0" rIns="0" tIns="0" bIns="0" anchor="t">
            <a:spAutoFit/>
          </a:bodyPr>
          <a:lstStyle/>
          <a:p>
            <a:pPr algn="l"/>
            <a:r>
              <a:rPr sz="1200" b="1" i="0">
                <a:solidFill>
                  <a:srgbClr val="0D3C72"/>
                </a:solidFill>
                <a:latin typeface="Nunito"/>
              </a:rPr>
              <a:t>Data stays private</a:t>
            </a:r>
          </a:p>
        </p:txBody>
      </p:sp>
      <p:sp>
        <p:nvSpPr>
          <p:cNvPr id="22" name="TextBox 21"/>
          <p:cNvSpPr txBox="1"/>
          <p:nvPr/>
        </p:nvSpPr>
        <p:spPr>
          <a:xfrm>
            <a:off x="3950208" y="2633472"/>
            <a:ext cx="1261872" cy="1097280"/>
          </a:xfrm>
          <a:prstGeom prst="rect">
            <a:avLst/>
          </a:prstGeom>
          <a:noFill/>
        </p:spPr>
        <p:txBody>
          <a:bodyPr wrap="square" lIns="0" rIns="0" tIns="0" bIns="0" anchor="t">
            <a:spAutoFit/>
          </a:bodyPr>
          <a:lstStyle/>
          <a:p>
            <a:pPr algn="l"/>
            <a:r>
              <a:rPr sz="1050" b="0" i="0">
                <a:solidFill>
                  <a:srgbClr val="14161D"/>
                </a:solidFill>
                <a:latin typeface="Nunito"/>
              </a:rPr>
              <a:t>Database in an isolated subnet; photos in a private bucket behind signed links.</a:t>
            </a:r>
          </a:p>
        </p:txBody>
      </p:sp>
      <p:sp>
        <p:nvSpPr>
          <p:cNvPr id="23" name="alt-3"/>
          <p:cNvSpPr/>
          <p:nvPr/>
        </p:nvSpPr>
        <p:spPr>
          <a:xfrm>
            <a:off x="3904487" y="3840480"/>
            <a:ext cx="1353312" cy="566928"/>
          </a:xfrm>
          <a:prstGeom prst="roundRect">
            <a:avLst>
              <a:gd name="adj" fmla="val 10000"/>
            </a:avLst>
          </a:prstGeom>
          <a:solidFill>
            <a:srgbClr val="F5F5F5"/>
          </a:solidFill>
          <a:ln>
            <a:noFill/>
          </a:ln>
          <a:effectLst/>
        </p:spPr>
        <p:txBody>
          <a:bodyPr rtlCol="0" anchor="ctr"/>
          <a:lstStyle/>
          <a:p/>
        </p:txBody>
      </p:sp>
      <p:sp>
        <p:nvSpPr>
          <p:cNvPr id="24" name="TextBox 23"/>
          <p:cNvSpPr txBox="1"/>
          <p:nvPr/>
        </p:nvSpPr>
        <p:spPr>
          <a:xfrm>
            <a:off x="3995928" y="3886200"/>
            <a:ext cx="1170431" cy="475488"/>
          </a:xfrm>
          <a:prstGeom prst="rect">
            <a:avLst/>
          </a:prstGeom>
          <a:noFill/>
        </p:spPr>
        <p:txBody>
          <a:bodyPr wrap="square" lIns="0" rIns="0" tIns="0" bIns="0" anchor="ctr">
            <a:spAutoFit/>
          </a:bodyPr>
          <a:lstStyle/>
          <a:p>
            <a:pPr algn="l"/>
            <a:r>
              <a:rPr sz="900" b="0" i="0">
                <a:solidFill>
                  <a:srgbClr val="808285"/>
                </a:solidFill>
                <a:latin typeface="Nunito"/>
              </a:rPr>
              <a:t>Instead of</a:t>
            </a:r>
          </a:p>
          <a:p>
            <a:pPr algn="l"/>
            <a:r>
              <a:rPr sz="1000" b="1" i="0">
                <a:solidFill>
                  <a:srgbClr val="14161D"/>
                </a:solidFill>
                <a:latin typeface="Nunito"/>
              </a:rPr>
              <a:t>Public endpoints</a:t>
            </a:r>
          </a:p>
        </p:txBody>
      </p:sp>
      <p:sp>
        <p:nvSpPr>
          <p:cNvPr id="25" name="decision-4"/>
          <p:cNvSpPr/>
          <p:nvPr/>
        </p:nvSpPr>
        <p:spPr>
          <a:xfrm>
            <a:off x="5490972" y="1234440"/>
            <a:ext cx="1536192" cy="3291840"/>
          </a:xfrm>
          <a:prstGeom prst="roundRect">
            <a:avLst>
              <a:gd name="adj" fmla="val 6000"/>
            </a:avLst>
          </a:prstGeom>
          <a:solidFill>
            <a:srgbClr val="FFFFFF"/>
          </a:solidFill>
          <a:ln>
            <a:noFill/>
          </a:ln>
          <a:effectLst/>
        </p:spPr>
        <p:txBody>
          <a:bodyPr rtlCol="0" anchor="ctr"/>
          <a:lstStyle/>
          <a:p/>
        </p:txBody>
      </p:sp>
      <p:sp>
        <p:nvSpPr>
          <p:cNvPr id="26" name="decision-icon-4"/>
          <p:cNvSpPr/>
          <p:nvPr/>
        </p:nvSpPr>
        <p:spPr>
          <a:xfrm>
            <a:off x="5628132" y="1389888"/>
            <a:ext cx="502920" cy="502920"/>
          </a:xfrm>
          <a:prstGeom prst="ellipse">
            <a:avLst/>
          </a:prstGeom>
          <a:solidFill>
            <a:srgbClr val="0D3C72"/>
          </a:solidFill>
          <a:ln>
            <a:noFill/>
          </a:ln>
          <a:effectLst/>
        </p:spPr>
        <p:txBody>
          <a:bodyPr rtlCol="0" anchor="ctr" lIns="0" rIns="0" tIns="0" bIns="0"/>
          <a:lstStyle/>
          <a:p>
            <a:pPr algn="ctr"/>
          </a:p>
        </p:txBody>
      </p:sp>
      <p:pic>
        <p:nvPicPr>
          <p:cNvPr id="27" name="Picture 26" descr="fa_FaPaperPlane_w.png"/>
          <p:cNvPicPr>
            <a:picLocks noChangeAspect="1"/>
          </p:cNvPicPr>
          <p:nvPr/>
        </p:nvPicPr>
        <p:blipFill>
          <a:blip r:embed="rId5"/>
          <a:stretch>
            <a:fillRect/>
          </a:stretch>
        </p:blipFill>
        <p:spPr>
          <a:xfrm>
            <a:off x="5747004" y="1508760"/>
            <a:ext cx="265176" cy="265176"/>
          </a:xfrm>
          <a:prstGeom prst="rect">
            <a:avLst/>
          </a:prstGeom>
        </p:spPr>
      </p:pic>
      <p:sp>
        <p:nvSpPr>
          <p:cNvPr id="28" name="TextBox 27"/>
          <p:cNvSpPr txBox="1"/>
          <p:nvPr/>
        </p:nvSpPr>
        <p:spPr>
          <a:xfrm>
            <a:off x="5628132" y="2011680"/>
            <a:ext cx="1261872" cy="566928"/>
          </a:xfrm>
          <a:prstGeom prst="rect">
            <a:avLst/>
          </a:prstGeom>
          <a:noFill/>
        </p:spPr>
        <p:txBody>
          <a:bodyPr wrap="square" lIns="0" rIns="0" tIns="0" bIns="0" anchor="t">
            <a:spAutoFit/>
          </a:bodyPr>
          <a:lstStyle/>
          <a:p>
            <a:pPr algn="l"/>
            <a:r>
              <a:rPr sz="1200" b="1" i="0">
                <a:solidFill>
                  <a:srgbClr val="0D3C72"/>
                </a:solidFill>
                <a:latin typeface="Nunito"/>
              </a:rPr>
              <a:t>Notifications never block a booking</a:t>
            </a:r>
          </a:p>
        </p:txBody>
      </p:sp>
      <p:sp>
        <p:nvSpPr>
          <p:cNvPr id="29" name="TextBox 28"/>
          <p:cNvSpPr txBox="1"/>
          <p:nvPr/>
        </p:nvSpPr>
        <p:spPr>
          <a:xfrm>
            <a:off x="5628132" y="2633472"/>
            <a:ext cx="1261872" cy="1097280"/>
          </a:xfrm>
          <a:prstGeom prst="rect">
            <a:avLst/>
          </a:prstGeom>
          <a:noFill/>
        </p:spPr>
        <p:txBody>
          <a:bodyPr wrap="square" lIns="0" rIns="0" tIns="0" bIns="0" anchor="t">
            <a:spAutoFit/>
          </a:bodyPr>
          <a:lstStyle/>
          <a:p>
            <a:pPr algn="l"/>
            <a:r>
              <a:rPr sz="1050" b="0" i="0">
                <a:solidFill>
                  <a:srgbClr val="14161D"/>
                </a:solidFill>
                <a:latin typeface="Nunito"/>
              </a:rPr>
              <a:t>Booking and job saved together; a worker sends email and SMS later.</a:t>
            </a:r>
          </a:p>
        </p:txBody>
      </p:sp>
      <p:sp>
        <p:nvSpPr>
          <p:cNvPr id="30" name="alt-4"/>
          <p:cNvSpPr/>
          <p:nvPr/>
        </p:nvSpPr>
        <p:spPr>
          <a:xfrm>
            <a:off x="5582412" y="3840480"/>
            <a:ext cx="1353312" cy="566928"/>
          </a:xfrm>
          <a:prstGeom prst="roundRect">
            <a:avLst>
              <a:gd name="adj" fmla="val 10000"/>
            </a:avLst>
          </a:prstGeom>
          <a:solidFill>
            <a:srgbClr val="F5F5F5"/>
          </a:solidFill>
          <a:ln>
            <a:noFill/>
          </a:ln>
          <a:effectLst/>
        </p:spPr>
        <p:txBody>
          <a:bodyPr rtlCol="0" anchor="ctr"/>
          <a:lstStyle/>
          <a:p/>
        </p:txBody>
      </p:sp>
      <p:sp>
        <p:nvSpPr>
          <p:cNvPr id="31" name="TextBox 30"/>
          <p:cNvSpPr txBox="1"/>
          <p:nvPr/>
        </p:nvSpPr>
        <p:spPr>
          <a:xfrm>
            <a:off x="5673852" y="3886200"/>
            <a:ext cx="1170431" cy="475488"/>
          </a:xfrm>
          <a:prstGeom prst="rect">
            <a:avLst/>
          </a:prstGeom>
          <a:noFill/>
        </p:spPr>
        <p:txBody>
          <a:bodyPr wrap="square" lIns="0" rIns="0" tIns="0" bIns="0" anchor="ctr">
            <a:spAutoFit/>
          </a:bodyPr>
          <a:lstStyle/>
          <a:p>
            <a:pPr algn="l"/>
            <a:r>
              <a:rPr sz="900" b="0" i="0">
                <a:solidFill>
                  <a:srgbClr val="808285"/>
                </a:solidFill>
                <a:latin typeface="Nunito"/>
              </a:rPr>
              <a:t>Instead of</a:t>
            </a:r>
          </a:p>
          <a:p>
            <a:pPr algn="l"/>
            <a:r>
              <a:rPr sz="1000" b="1" i="0">
                <a:solidFill>
                  <a:srgbClr val="14161D"/>
                </a:solidFill>
                <a:latin typeface="Nunito"/>
              </a:rPr>
              <a:t>Sending inside the request</a:t>
            </a:r>
          </a:p>
        </p:txBody>
      </p:sp>
      <p:sp>
        <p:nvSpPr>
          <p:cNvPr id="32" name="decision-5"/>
          <p:cNvSpPr/>
          <p:nvPr/>
        </p:nvSpPr>
        <p:spPr>
          <a:xfrm>
            <a:off x="7168896" y="1234440"/>
            <a:ext cx="1536192" cy="3291840"/>
          </a:xfrm>
          <a:prstGeom prst="roundRect">
            <a:avLst>
              <a:gd name="adj" fmla="val 6000"/>
            </a:avLst>
          </a:prstGeom>
          <a:solidFill>
            <a:srgbClr val="FFFFFF"/>
          </a:solidFill>
          <a:ln>
            <a:noFill/>
          </a:ln>
          <a:effectLst/>
        </p:spPr>
        <p:txBody>
          <a:bodyPr rtlCol="0" anchor="ctr"/>
          <a:lstStyle/>
          <a:p/>
        </p:txBody>
      </p:sp>
      <p:sp>
        <p:nvSpPr>
          <p:cNvPr id="33" name="decision-icon-5"/>
          <p:cNvSpPr/>
          <p:nvPr/>
        </p:nvSpPr>
        <p:spPr>
          <a:xfrm>
            <a:off x="7306056" y="1389888"/>
            <a:ext cx="502920" cy="502920"/>
          </a:xfrm>
          <a:prstGeom prst="ellipse">
            <a:avLst/>
          </a:prstGeom>
          <a:solidFill>
            <a:srgbClr val="0D3C72"/>
          </a:solidFill>
          <a:ln>
            <a:noFill/>
          </a:ln>
          <a:effectLst/>
        </p:spPr>
        <p:txBody>
          <a:bodyPr rtlCol="0" anchor="ctr" lIns="0" rIns="0" tIns="0" bIns="0"/>
          <a:lstStyle/>
          <a:p>
            <a:pPr algn="ctr"/>
          </a:p>
        </p:txBody>
      </p:sp>
      <p:pic>
        <p:nvPicPr>
          <p:cNvPr id="34" name="Picture 33" descr="fa_FaGears_w.png"/>
          <p:cNvPicPr>
            <a:picLocks noChangeAspect="1"/>
          </p:cNvPicPr>
          <p:nvPr/>
        </p:nvPicPr>
        <p:blipFill>
          <a:blip r:embed="rId6"/>
          <a:stretch>
            <a:fillRect/>
          </a:stretch>
        </p:blipFill>
        <p:spPr>
          <a:xfrm>
            <a:off x="7424927" y="1508760"/>
            <a:ext cx="265176" cy="265176"/>
          </a:xfrm>
          <a:prstGeom prst="rect">
            <a:avLst/>
          </a:prstGeom>
        </p:spPr>
      </p:pic>
      <p:sp>
        <p:nvSpPr>
          <p:cNvPr id="35" name="TextBox 34"/>
          <p:cNvSpPr txBox="1"/>
          <p:nvPr/>
        </p:nvSpPr>
        <p:spPr>
          <a:xfrm>
            <a:off x="7306056" y="2011680"/>
            <a:ext cx="1261872" cy="566928"/>
          </a:xfrm>
          <a:prstGeom prst="rect">
            <a:avLst/>
          </a:prstGeom>
          <a:noFill/>
        </p:spPr>
        <p:txBody>
          <a:bodyPr wrap="square" lIns="0" rIns="0" tIns="0" bIns="0" anchor="t">
            <a:spAutoFit/>
          </a:bodyPr>
          <a:lstStyle/>
          <a:p>
            <a:pPr algn="l"/>
            <a:r>
              <a:rPr sz="1200" b="1" i="0">
                <a:solidFill>
                  <a:srgbClr val="0D3C72"/>
                </a:solidFill>
                <a:latin typeface="Nunito"/>
              </a:rPr>
              <a:t>Simple, secure operations</a:t>
            </a:r>
          </a:p>
        </p:txBody>
      </p:sp>
      <p:sp>
        <p:nvSpPr>
          <p:cNvPr id="36" name="TextBox 35"/>
          <p:cNvSpPr txBox="1"/>
          <p:nvPr/>
        </p:nvSpPr>
        <p:spPr>
          <a:xfrm>
            <a:off x="7306056" y="2633472"/>
            <a:ext cx="1261872" cy="1097280"/>
          </a:xfrm>
          <a:prstGeom prst="rect">
            <a:avLst/>
          </a:prstGeom>
          <a:noFill/>
        </p:spPr>
        <p:txBody>
          <a:bodyPr wrap="square" lIns="0" rIns="0" tIns="0" bIns="0" anchor="t">
            <a:spAutoFit/>
          </a:bodyPr>
          <a:lstStyle/>
          <a:p>
            <a:pPr algn="l"/>
            <a:r>
              <a:rPr sz="1050" b="0" i="0">
                <a:solidFill>
                  <a:srgbClr val="14161D"/>
                </a:solidFill>
                <a:latin typeface="Nunito"/>
              </a:rPr>
              <a:t>Google sign-in, server-side roles, one CDK codebase, automatic rollback.</a:t>
            </a:r>
          </a:p>
        </p:txBody>
      </p:sp>
      <p:sp>
        <p:nvSpPr>
          <p:cNvPr id="37" name="alt-5"/>
          <p:cNvSpPr/>
          <p:nvPr/>
        </p:nvSpPr>
        <p:spPr>
          <a:xfrm>
            <a:off x="7260336" y="3840480"/>
            <a:ext cx="1353312" cy="566928"/>
          </a:xfrm>
          <a:prstGeom prst="roundRect">
            <a:avLst>
              <a:gd name="adj" fmla="val 10000"/>
            </a:avLst>
          </a:prstGeom>
          <a:solidFill>
            <a:srgbClr val="F5F5F5"/>
          </a:solidFill>
          <a:ln>
            <a:noFill/>
          </a:ln>
          <a:effectLst/>
        </p:spPr>
        <p:txBody>
          <a:bodyPr rtlCol="0" anchor="ctr"/>
          <a:lstStyle/>
          <a:p/>
        </p:txBody>
      </p:sp>
      <p:sp>
        <p:nvSpPr>
          <p:cNvPr id="38" name="TextBox 37"/>
          <p:cNvSpPr txBox="1"/>
          <p:nvPr/>
        </p:nvSpPr>
        <p:spPr>
          <a:xfrm>
            <a:off x="7351775" y="3886200"/>
            <a:ext cx="1170431" cy="475488"/>
          </a:xfrm>
          <a:prstGeom prst="rect">
            <a:avLst/>
          </a:prstGeom>
          <a:noFill/>
        </p:spPr>
        <p:txBody>
          <a:bodyPr wrap="square" lIns="0" rIns="0" tIns="0" bIns="0" anchor="ctr">
            <a:spAutoFit/>
          </a:bodyPr>
          <a:lstStyle/>
          <a:p>
            <a:pPr algn="l"/>
            <a:r>
              <a:rPr sz="900" b="0" i="0">
                <a:solidFill>
                  <a:srgbClr val="808285"/>
                </a:solidFill>
                <a:latin typeface="Nunito"/>
              </a:rPr>
              <a:t>Instead of</a:t>
            </a:r>
          </a:p>
          <a:p>
            <a:pPr algn="l"/>
            <a:r>
              <a:rPr sz="1000" b="1" i="0">
                <a:solidFill>
                  <a:srgbClr val="14161D"/>
                </a:solidFill>
                <a:latin typeface="Nunito"/>
              </a:rPr>
              <a:t>Custom login and manual deploys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8056" y="274320"/>
            <a:ext cx="6858000" cy="457200"/>
          </a:xfrm>
        </p:spPr>
        <p:txBody>
          <a:bodyPr lIns="0" rIns="0" tIns="0" bIns="0" anchor="t" wrap="square"/>
          <a:lstStyle/>
          <a:p>
            <a:pPr algn="l"/>
            <a:r>
              <a:rPr sz="2600" b="1">
                <a:solidFill>
                  <a:srgbClr val="FFFFFF"/>
                </a:solidFill>
                <a:latin typeface="Nunito"/>
              </a:rPr>
              <a:t>Recommendation</a:t>
            </a:r>
          </a:p>
        </p:txBody>
      </p:sp>
      <p:sp>
        <p:nvSpPr>
          <p:cNvPr id="3" name="TextBox 2"/>
          <p:cNvSpPr txBox="1"/>
          <p:nvPr/>
        </p:nvSpPr>
        <p:spPr>
          <a:xfrm>
            <a:off x="448056" y="868680"/>
            <a:ext cx="4846320" cy="685800"/>
          </a:xfrm>
          <a:prstGeom prst="rect">
            <a:avLst/>
          </a:prstGeom>
          <a:noFill/>
        </p:spPr>
        <p:txBody>
          <a:bodyPr wrap="square" lIns="0" rIns="0" tIns="0" bIns="0" anchor="t">
            <a:spAutoFit/>
          </a:bodyPr>
          <a:lstStyle/>
          <a:p>
            <a:pPr algn="l"/>
            <a:r>
              <a:rPr sz="1500" b="1" i="0">
                <a:solidFill>
                  <a:srgbClr val="FFFFFF"/>
                </a:solidFill>
                <a:latin typeface="Nunito"/>
              </a:rPr>
              <a:t>Build FixFast on ECS Fargate, RDS PostgreSQL and SQS, behind CloudFront, with Google sign-in through Cognito.</a:t>
            </a:r>
          </a:p>
        </p:txBody>
      </p:sp>
      <p:pic>
        <p:nvPicPr>
          <p:cNvPr id="4" name="Picture 3" descr="fa_FaCircleCheck_m.png"/>
          <p:cNvPicPr>
            <a:picLocks noChangeAspect="1"/>
          </p:cNvPicPr>
          <p:nvPr/>
        </p:nvPicPr>
        <p:blipFill>
          <a:blip r:embed="rId2"/>
          <a:stretch>
            <a:fillRect/>
          </a:stretch>
        </p:blipFill>
        <p:spPr>
          <a:xfrm>
            <a:off x="457200" y="1801368"/>
            <a:ext cx="274320" cy="274320"/>
          </a:xfrm>
          <a:prstGeom prst="rect">
            <a:avLst/>
          </a:prstGeom>
        </p:spPr>
      </p:pic>
      <p:sp>
        <p:nvSpPr>
          <p:cNvPr id="5" name="TextBox 4"/>
          <p:cNvSpPr txBox="1"/>
          <p:nvPr/>
        </p:nvSpPr>
        <p:spPr>
          <a:xfrm>
            <a:off x="868680" y="1783080"/>
            <a:ext cx="4846320" cy="365760"/>
          </a:xfrm>
          <a:prstGeom prst="rect">
            <a:avLst/>
          </a:prstGeom>
          <a:noFill/>
        </p:spPr>
        <p:txBody>
          <a:bodyPr wrap="square" lIns="0" rIns="0" tIns="0" bIns="0" anchor="t">
            <a:spAutoFit/>
          </a:bodyPr>
          <a:lstStyle/>
          <a:p>
            <a:pPr algn="l"/>
            <a:r>
              <a:rPr sz="1250" b="1" i="0">
                <a:solidFill>
                  <a:srgbClr val="FFFFFF"/>
                </a:solidFill>
                <a:latin typeface="Nunito"/>
              </a:rPr>
              <a:t>Simple to operate</a:t>
            </a:r>
            <a:r>
              <a:rPr sz="1250" b="0" i="0">
                <a:solidFill>
                  <a:srgbClr val="FFFFFF"/>
                </a:solidFill>
                <a:latin typeface="Nunito"/>
              </a:rPr>
              <a:t> · managed services, one pipeline</a:t>
            </a:r>
          </a:p>
        </p:txBody>
      </p:sp>
      <p:pic>
        <p:nvPicPr>
          <p:cNvPr id="6" name="Picture 5" descr="fa_FaCircleCheck_m.png"/>
          <p:cNvPicPr>
            <a:picLocks noChangeAspect="1"/>
          </p:cNvPicPr>
          <p:nvPr/>
        </p:nvPicPr>
        <p:blipFill>
          <a:blip r:embed="rId2"/>
          <a:stretch>
            <a:fillRect/>
          </a:stretch>
        </p:blipFill>
        <p:spPr>
          <a:xfrm>
            <a:off x="457200" y="2258568"/>
            <a:ext cx="274320" cy="274320"/>
          </a:xfrm>
          <a:prstGeom prst="rect">
            <a:avLst/>
          </a:prstGeom>
        </p:spPr>
      </p:pic>
      <p:sp>
        <p:nvSpPr>
          <p:cNvPr id="7" name="TextBox 6"/>
          <p:cNvSpPr txBox="1"/>
          <p:nvPr/>
        </p:nvSpPr>
        <p:spPr>
          <a:xfrm>
            <a:off x="868680" y="2240280"/>
            <a:ext cx="4846320" cy="365760"/>
          </a:xfrm>
          <a:prstGeom prst="rect">
            <a:avLst/>
          </a:prstGeom>
          <a:noFill/>
        </p:spPr>
        <p:txBody>
          <a:bodyPr wrap="square" lIns="0" rIns="0" tIns="0" bIns="0" anchor="t">
            <a:spAutoFit/>
          </a:bodyPr>
          <a:lstStyle/>
          <a:p>
            <a:pPr algn="l"/>
            <a:r>
              <a:rPr sz="1250" b="1" i="0">
                <a:solidFill>
                  <a:srgbClr val="FFFFFF"/>
                </a:solidFill>
                <a:latin typeface="Nunito"/>
              </a:rPr>
              <a:t>Secure by design</a:t>
            </a:r>
            <a:r>
              <a:rPr sz="1250" b="0" i="0">
                <a:solidFill>
                  <a:srgbClr val="FFFFFF"/>
                </a:solidFill>
                <a:latin typeface="Nunito"/>
              </a:rPr>
              <a:t> · private data, server-side roles</a:t>
            </a:r>
          </a:p>
        </p:txBody>
      </p:sp>
      <p:pic>
        <p:nvPicPr>
          <p:cNvPr id="8" name="Picture 7" descr="fa_FaCircleCheck_m.png"/>
          <p:cNvPicPr>
            <a:picLocks noChangeAspect="1"/>
          </p:cNvPicPr>
          <p:nvPr/>
        </p:nvPicPr>
        <p:blipFill>
          <a:blip r:embed="rId2"/>
          <a:stretch>
            <a:fillRect/>
          </a:stretch>
        </p:blipFill>
        <p:spPr>
          <a:xfrm>
            <a:off x="457200" y="2715768"/>
            <a:ext cx="274320" cy="274320"/>
          </a:xfrm>
          <a:prstGeom prst="rect">
            <a:avLst/>
          </a:prstGeom>
        </p:spPr>
      </p:pic>
      <p:sp>
        <p:nvSpPr>
          <p:cNvPr id="9" name="TextBox 8"/>
          <p:cNvSpPr txBox="1"/>
          <p:nvPr/>
        </p:nvSpPr>
        <p:spPr>
          <a:xfrm>
            <a:off x="868680" y="2697480"/>
            <a:ext cx="4846320" cy="365760"/>
          </a:xfrm>
          <a:prstGeom prst="rect">
            <a:avLst/>
          </a:prstGeom>
          <a:noFill/>
        </p:spPr>
        <p:txBody>
          <a:bodyPr wrap="square" lIns="0" rIns="0" tIns="0" bIns="0" anchor="t">
            <a:spAutoFit/>
          </a:bodyPr>
          <a:lstStyle/>
          <a:p>
            <a:pPr algn="l"/>
            <a:r>
              <a:rPr sz="1250" b="1" i="0">
                <a:solidFill>
                  <a:srgbClr val="FFFFFF"/>
                </a:solidFill>
                <a:latin typeface="Nunito"/>
              </a:rPr>
              <a:t>Scales with demand</a:t>
            </a:r>
            <a:r>
              <a:rPr sz="1250" b="0" i="0">
                <a:solidFill>
                  <a:srgbClr val="FFFFFF"/>
                </a:solidFill>
                <a:latin typeface="Nunito"/>
              </a:rPr>
              <a:t> · API and worker grow independently</a:t>
            </a:r>
          </a:p>
        </p:txBody>
      </p:sp>
      <p:pic>
        <p:nvPicPr>
          <p:cNvPr id="10" name="Picture 9" descr="fa_FaCircleCheck_m.png"/>
          <p:cNvPicPr>
            <a:picLocks noChangeAspect="1"/>
          </p:cNvPicPr>
          <p:nvPr/>
        </p:nvPicPr>
        <p:blipFill>
          <a:blip r:embed="rId2"/>
          <a:stretch>
            <a:fillRect/>
          </a:stretch>
        </p:blipFill>
        <p:spPr>
          <a:xfrm>
            <a:off x="457200" y="3172968"/>
            <a:ext cx="274320" cy="274320"/>
          </a:xfrm>
          <a:prstGeom prst="rect">
            <a:avLst/>
          </a:prstGeom>
        </p:spPr>
      </p:pic>
      <p:sp>
        <p:nvSpPr>
          <p:cNvPr id="11" name="TextBox 10"/>
          <p:cNvSpPr txBox="1"/>
          <p:nvPr/>
        </p:nvSpPr>
        <p:spPr>
          <a:xfrm>
            <a:off x="868680" y="3154680"/>
            <a:ext cx="4846320" cy="365760"/>
          </a:xfrm>
          <a:prstGeom prst="rect">
            <a:avLst/>
          </a:prstGeom>
          <a:noFill/>
        </p:spPr>
        <p:txBody>
          <a:bodyPr wrap="square" lIns="0" rIns="0" tIns="0" bIns="0" anchor="t">
            <a:spAutoFit/>
          </a:bodyPr>
          <a:lstStyle/>
          <a:p>
            <a:pPr algn="l"/>
            <a:r>
              <a:rPr sz="1250" b="1" i="0">
                <a:solidFill>
                  <a:srgbClr val="FFFFFF"/>
                </a:solidFill>
                <a:latin typeface="Nunito"/>
              </a:rPr>
              <a:t>Reliable notifications</a:t>
            </a:r>
            <a:r>
              <a:rPr sz="1250" b="0" i="0">
                <a:solidFill>
                  <a:srgbClr val="FFFFFF"/>
                </a:solidFill>
                <a:latin typeface="Nunito"/>
              </a:rPr>
              <a:t> · outbox, retries and a dead-letter queue</a:t>
            </a:r>
          </a:p>
        </p:txBody>
      </p:sp>
      <p:pic>
        <p:nvPicPr>
          <p:cNvPr id="12" name="Picture 11" descr="fa_FaCircleCheck_m.png"/>
          <p:cNvPicPr>
            <a:picLocks noChangeAspect="1"/>
          </p:cNvPicPr>
          <p:nvPr/>
        </p:nvPicPr>
        <p:blipFill>
          <a:blip r:embed="rId2"/>
          <a:stretch>
            <a:fillRect/>
          </a:stretch>
        </p:blipFill>
        <p:spPr>
          <a:xfrm>
            <a:off x="457200" y="3630168"/>
            <a:ext cx="274320" cy="274320"/>
          </a:xfrm>
          <a:prstGeom prst="rect">
            <a:avLst/>
          </a:prstGeom>
        </p:spPr>
      </p:pic>
      <p:sp>
        <p:nvSpPr>
          <p:cNvPr id="13" name="TextBox 12"/>
          <p:cNvSpPr txBox="1"/>
          <p:nvPr/>
        </p:nvSpPr>
        <p:spPr>
          <a:xfrm>
            <a:off x="868680" y="3611880"/>
            <a:ext cx="4846320" cy="365760"/>
          </a:xfrm>
          <a:prstGeom prst="rect">
            <a:avLst/>
          </a:prstGeom>
          <a:noFill/>
        </p:spPr>
        <p:txBody>
          <a:bodyPr wrap="square" lIns="0" rIns="0" tIns="0" bIns="0" anchor="t">
            <a:spAutoFit/>
          </a:bodyPr>
          <a:lstStyle/>
          <a:p>
            <a:pPr algn="l"/>
            <a:r>
              <a:rPr sz="1250" b="1" i="0">
                <a:solidFill>
                  <a:srgbClr val="FFFFFF"/>
                </a:solidFill>
                <a:latin typeface="Nunito"/>
              </a:rPr>
              <a:t>Ready to grow</a:t>
            </a:r>
            <a:r>
              <a:rPr sz="1250" b="0" i="0">
                <a:solidFill>
                  <a:srgbClr val="FFFFFF"/>
                </a:solidFill>
                <a:latin typeface="Nunito"/>
              </a:rPr>
              <a:t> · add capacity and hardening step by step</a:t>
            </a:r>
          </a:p>
        </p:txBody>
      </p:sp>
      <p:sp>
        <p:nvSpPr>
          <p:cNvPr id="14" name="next-step"/>
          <p:cNvSpPr/>
          <p:nvPr/>
        </p:nvSpPr>
        <p:spPr>
          <a:xfrm>
            <a:off x="457200" y="4206240"/>
            <a:ext cx="5257800" cy="457200"/>
          </a:xfrm>
          <a:prstGeom prst="roundRect">
            <a:avLst>
              <a:gd name="adj" fmla="val 25000"/>
            </a:avLst>
          </a:prstGeom>
          <a:solidFill>
            <a:srgbClr val="0092BC"/>
          </a:solidFill>
          <a:ln>
            <a:noFill/>
          </a:ln>
          <a:effectLst/>
        </p:spPr>
        <p:txBody>
          <a:bodyPr rtlCol="0" anchor="ctr"/>
          <a:lstStyle/>
          <a:p/>
        </p:txBody>
      </p:sp>
      <p:sp>
        <p:nvSpPr>
          <p:cNvPr id="15" name="TextBox 14"/>
          <p:cNvSpPr txBox="1"/>
          <p:nvPr/>
        </p:nvSpPr>
        <p:spPr>
          <a:xfrm>
            <a:off x="640080" y="4206240"/>
            <a:ext cx="4983480" cy="457200"/>
          </a:xfrm>
          <a:prstGeom prst="rect">
            <a:avLst/>
          </a:prstGeom>
          <a:noFill/>
        </p:spPr>
        <p:txBody>
          <a:bodyPr wrap="square" lIns="0" rIns="0" tIns="0" bIns="0" anchor="ctr">
            <a:spAutoFit/>
          </a:bodyPr>
          <a:lstStyle/>
          <a:p>
            <a:pPr algn="l"/>
            <a:r>
              <a:rPr sz="1150" b="1" i="0">
                <a:solidFill>
                  <a:srgbClr val="FFFFFF"/>
                </a:solidFill>
                <a:latin typeface="Nunito"/>
              </a:rPr>
              <a:t>Next: </a:t>
            </a:r>
            <a:r>
              <a:rPr sz="1150" b="0" i="0">
                <a:solidFill>
                  <a:srgbClr val="FFFFFF"/>
                </a:solidFill>
                <a:latin typeface="Nunito"/>
              </a:rPr>
              <a:t>approve, build dev, start SMS sender registration</a:t>
            </a:r>
          </a:p>
        </p:txBody>
      </p:sp>
    </p:spTree>
  </p:cSld>
  <p:clrMapOvr>
    <a:masterClrMapping/>
  </p:clrMapOvr>
</p:sld>
</file>

<file path=ppt/theme/theme1.xml><?xml version="1.0" encoding="utf-8"?>
<a:theme xmlns:a="http://schemas.openxmlformats.org/drawingml/2006/main" xmlns:r="http://schemas.openxmlformats.org/officeDocument/2006/relationships" name="PTDC">
  <a:themeElements>
    <a:clrScheme name="PTDC">
      <a:dk1>
        <a:srgbClr val="000000"/>
      </a:dk1>
      <a:lt1>
        <a:srgbClr val="FFFFFF"/>
      </a:lt1>
      <a:dk2>
        <a:srgbClr val="A7A7A7"/>
      </a:dk2>
      <a:lt2>
        <a:srgbClr val="535353"/>
      </a:lt2>
      <a:accent1>
        <a:srgbClr val="EE4C2C"/>
      </a:accent1>
      <a:accent2>
        <a:srgbClr val="AA85E0"/>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Nunito"/>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unito"/>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ticle41 Theme">
  <a:themeElements>
    <a:clrScheme name="PTDC">
      <a:dk1>
        <a:srgbClr val="222222"/>
      </a:dk1>
      <a:lt1>
        <a:srgbClr val="FFFFFF"/>
      </a:lt1>
      <a:dk2>
        <a:srgbClr val="F6F7FA"/>
      </a:dk2>
      <a:lt2>
        <a:srgbClr val="808285"/>
      </a:lt2>
      <a:accent1>
        <a:srgbClr val="0092BC"/>
      </a:accent1>
      <a:accent2>
        <a:srgbClr val="05ACC8"/>
      </a:accent2>
      <a:accent3>
        <a:srgbClr val="114A8B"/>
      </a:accent3>
      <a:accent4>
        <a:srgbClr val="0BE0E9"/>
      </a:accent4>
      <a:accent5>
        <a:srgbClr val="D83063"/>
      </a:accent5>
      <a:accent6>
        <a:srgbClr val="01FEFE"/>
      </a:accent6>
      <a:hlink>
        <a:srgbClr val="136EF8"/>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